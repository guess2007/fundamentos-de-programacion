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8" r:id="rId1"/>
  </p:sldMasterIdLst>
  <p:sldIdLst>
    <p:sldId id="256" r:id="rId2"/>
    <p:sldId id="257" r:id="rId3"/>
    <p:sldId id="258" r:id="rId4"/>
    <p:sldId id="259" r:id="rId5"/>
    <p:sldId id="261" r:id="rId6"/>
    <p:sldId id="274" r:id="rId7"/>
    <p:sldId id="262" r:id="rId8"/>
    <p:sldId id="264" r:id="rId9"/>
    <p:sldId id="270" r:id="rId10"/>
    <p:sldId id="267" r:id="rId11"/>
    <p:sldId id="268" r:id="rId12"/>
    <p:sldId id="271" r:id="rId13"/>
    <p:sldId id="272" r:id="rId14"/>
    <p:sldId id="273" r:id="rId15"/>
    <p:sldId id="269" r:id="rId16"/>
  </p:sldIdLst>
  <p:sldSz cx="12192000" cy="6858000"/>
  <p:notesSz cx="6858000" cy="9144000"/>
  <p:defaultTextStyle>
    <a:defPPr>
      <a:defRPr lang="es-P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000" autoAdjust="0"/>
    <p:restoredTop sz="94660"/>
  </p:normalViewPr>
  <p:slideViewPr>
    <p:cSldViewPr snapToGrid="0">
      <p:cViewPr varScale="1">
        <p:scale>
          <a:sx n="64" d="100"/>
          <a:sy n="64" d="100"/>
        </p:scale>
        <p:origin x="84" y="15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D3C620-6A3E-9B32-8790-3D228549822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s-PE"/>
          </a:p>
        </p:txBody>
      </p:sp>
      <p:sp>
        <p:nvSpPr>
          <p:cNvPr id="3" name="Subtitle 2">
            <a:extLst>
              <a:ext uri="{FF2B5EF4-FFF2-40B4-BE49-F238E27FC236}">
                <a16:creationId xmlns:a16="http://schemas.microsoft.com/office/drawing/2014/main" id="{213AEA98-C7A6-DDF2-E8F2-1FD3B006E32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s-PE"/>
          </a:p>
        </p:txBody>
      </p:sp>
      <p:sp>
        <p:nvSpPr>
          <p:cNvPr id="4" name="Date Placeholder 3">
            <a:extLst>
              <a:ext uri="{FF2B5EF4-FFF2-40B4-BE49-F238E27FC236}">
                <a16:creationId xmlns:a16="http://schemas.microsoft.com/office/drawing/2014/main" id="{C967F6C3-D93C-B171-BAFA-C54F0AF49B7E}"/>
              </a:ext>
            </a:extLst>
          </p:cNvPr>
          <p:cNvSpPr>
            <a:spLocks noGrp="1"/>
          </p:cNvSpPr>
          <p:nvPr>
            <p:ph type="dt" sz="half" idx="10"/>
          </p:nvPr>
        </p:nvSpPr>
        <p:spPr/>
        <p:txBody>
          <a:bodyPr/>
          <a:lstStyle/>
          <a:p>
            <a:fld id="{F3B4D3E5-F004-4FA3-BAF8-303336792672}" type="datetimeFigureOut">
              <a:rPr lang="es-PE" smtClean="0"/>
              <a:t>2/07/2026</a:t>
            </a:fld>
            <a:endParaRPr lang="es-PE"/>
          </a:p>
        </p:txBody>
      </p:sp>
      <p:sp>
        <p:nvSpPr>
          <p:cNvPr id="5" name="Footer Placeholder 4">
            <a:extLst>
              <a:ext uri="{FF2B5EF4-FFF2-40B4-BE49-F238E27FC236}">
                <a16:creationId xmlns:a16="http://schemas.microsoft.com/office/drawing/2014/main" id="{9885BD1C-5ED3-069D-1834-A5DBFF6FDCA4}"/>
              </a:ext>
            </a:extLst>
          </p:cNvPr>
          <p:cNvSpPr>
            <a:spLocks noGrp="1"/>
          </p:cNvSpPr>
          <p:nvPr>
            <p:ph type="ftr" sz="quarter" idx="11"/>
          </p:nvPr>
        </p:nvSpPr>
        <p:spPr/>
        <p:txBody>
          <a:bodyPr/>
          <a:lstStyle/>
          <a:p>
            <a:endParaRPr lang="es-PE"/>
          </a:p>
        </p:txBody>
      </p:sp>
      <p:sp>
        <p:nvSpPr>
          <p:cNvPr id="6" name="Slide Number Placeholder 5">
            <a:extLst>
              <a:ext uri="{FF2B5EF4-FFF2-40B4-BE49-F238E27FC236}">
                <a16:creationId xmlns:a16="http://schemas.microsoft.com/office/drawing/2014/main" id="{4B8DB9B0-B605-AA85-F388-E1D7C8E6500D}"/>
              </a:ext>
            </a:extLst>
          </p:cNvPr>
          <p:cNvSpPr>
            <a:spLocks noGrp="1"/>
          </p:cNvSpPr>
          <p:nvPr>
            <p:ph type="sldNum" sz="quarter" idx="12"/>
          </p:nvPr>
        </p:nvSpPr>
        <p:spPr/>
        <p:txBody>
          <a:bodyPr/>
          <a:lstStyle/>
          <a:p>
            <a:fld id="{69DEC336-AAC9-4A61-B504-08D150B1B05B}" type="slidenum">
              <a:rPr lang="es-PE" smtClean="0"/>
              <a:t>‹#›</a:t>
            </a:fld>
            <a:endParaRPr lang="es-PE"/>
          </a:p>
        </p:txBody>
      </p:sp>
    </p:spTree>
    <p:extLst>
      <p:ext uri="{BB962C8B-B14F-4D97-AF65-F5344CB8AC3E}">
        <p14:creationId xmlns:p14="http://schemas.microsoft.com/office/powerpoint/2010/main" val="39531588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83905F-5368-15CD-A379-FB9EFB468BF3}"/>
              </a:ext>
            </a:extLst>
          </p:cNvPr>
          <p:cNvSpPr>
            <a:spLocks noGrp="1"/>
          </p:cNvSpPr>
          <p:nvPr>
            <p:ph type="title"/>
          </p:nvPr>
        </p:nvSpPr>
        <p:spPr/>
        <p:txBody>
          <a:bodyPr/>
          <a:lstStyle/>
          <a:p>
            <a:r>
              <a:rPr lang="en-US"/>
              <a:t>Click to edit Master title style</a:t>
            </a:r>
            <a:endParaRPr lang="es-PE"/>
          </a:p>
        </p:txBody>
      </p:sp>
      <p:sp>
        <p:nvSpPr>
          <p:cNvPr id="3" name="Content Placeholder 2">
            <a:extLst>
              <a:ext uri="{FF2B5EF4-FFF2-40B4-BE49-F238E27FC236}">
                <a16:creationId xmlns:a16="http://schemas.microsoft.com/office/drawing/2014/main" id="{79C498C5-1931-8FA7-1AA6-1C560F595E5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PE"/>
          </a:p>
        </p:txBody>
      </p:sp>
      <p:sp>
        <p:nvSpPr>
          <p:cNvPr id="4" name="Date Placeholder 3">
            <a:extLst>
              <a:ext uri="{FF2B5EF4-FFF2-40B4-BE49-F238E27FC236}">
                <a16:creationId xmlns:a16="http://schemas.microsoft.com/office/drawing/2014/main" id="{D204F279-9030-2D22-4537-9EB39382E4CE}"/>
              </a:ext>
            </a:extLst>
          </p:cNvPr>
          <p:cNvSpPr>
            <a:spLocks noGrp="1"/>
          </p:cNvSpPr>
          <p:nvPr>
            <p:ph type="dt" sz="half" idx="10"/>
          </p:nvPr>
        </p:nvSpPr>
        <p:spPr/>
        <p:txBody>
          <a:bodyPr/>
          <a:lstStyle/>
          <a:p>
            <a:fld id="{F3B4D3E5-F004-4FA3-BAF8-303336792672}" type="datetimeFigureOut">
              <a:rPr lang="es-PE" smtClean="0"/>
              <a:t>2/07/2026</a:t>
            </a:fld>
            <a:endParaRPr lang="es-PE"/>
          </a:p>
        </p:txBody>
      </p:sp>
      <p:sp>
        <p:nvSpPr>
          <p:cNvPr id="5" name="Footer Placeholder 4">
            <a:extLst>
              <a:ext uri="{FF2B5EF4-FFF2-40B4-BE49-F238E27FC236}">
                <a16:creationId xmlns:a16="http://schemas.microsoft.com/office/drawing/2014/main" id="{FA6E27FA-09B6-7841-BADA-8B7DEBB605BF}"/>
              </a:ext>
            </a:extLst>
          </p:cNvPr>
          <p:cNvSpPr>
            <a:spLocks noGrp="1"/>
          </p:cNvSpPr>
          <p:nvPr>
            <p:ph type="ftr" sz="quarter" idx="11"/>
          </p:nvPr>
        </p:nvSpPr>
        <p:spPr/>
        <p:txBody>
          <a:bodyPr/>
          <a:lstStyle/>
          <a:p>
            <a:endParaRPr lang="es-PE"/>
          </a:p>
        </p:txBody>
      </p:sp>
      <p:sp>
        <p:nvSpPr>
          <p:cNvPr id="6" name="Slide Number Placeholder 5">
            <a:extLst>
              <a:ext uri="{FF2B5EF4-FFF2-40B4-BE49-F238E27FC236}">
                <a16:creationId xmlns:a16="http://schemas.microsoft.com/office/drawing/2014/main" id="{59C6A7AC-B05C-F225-C82E-41F4DAE289A9}"/>
              </a:ext>
            </a:extLst>
          </p:cNvPr>
          <p:cNvSpPr>
            <a:spLocks noGrp="1"/>
          </p:cNvSpPr>
          <p:nvPr>
            <p:ph type="sldNum" sz="quarter" idx="12"/>
          </p:nvPr>
        </p:nvSpPr>
        <p:spPr/>
        <p:txBody>
          <a:bodyPr/>
          <a:lstStyle/>
          <a:p>
            <a:fld id="{69DEC336-AAC9-4A61-B504-08D150B1B05B}" type="slidenum">
              <a:rPr lang="es-PE" smtClean="0"/>
              <a:t>‹#›</a:t>
            </a:fld>
            <a:endParaRPr lang="es-PE"/>
          </a:p>
        </p:txBody>
      </p:sp>
    </p:spTree>
    <p:extLst>
      <p:ext uri="{BB962C8B-B14F-4D97-AF65-F5344CB8AC3E}">
        <p14:creationId xmlns:p14="http://schemas.microsoft.com/office/powerpoint/2010/main" val="6986511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1F3C31-3833-F3BF-1F9F-3C23273FA7A2}"/>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s-PE"/>
          </a:p>
        </p:txBody>
      </p:sp>
      <p:sp>
        <p:nvSpPr>
          <p:cNvPr id="3" name="Text Placeholder 2">
            <a:extLst>
              <a:ext uri="{FF2B5EF4-FFF2-40B4-BE49-F238E27FC236}">
                <a16:creationId xmlns:a16="http://schemas.microsoft.com/office/drawing/2014/main" id="{5F020C32-3C85-6319-5C23-1E37B192D67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40D729A-D1E0-064A-78FE-C6C8F2E6F913}"/>
              </a:ext>
            </a:extLst>
          </p:cNvPr>
          <p:cNvSpPr>
            <a:spLocks noGrp="1"/>
          </p:cNvSpPr>
          <p:nvPr>
            <p:ph type="dt" sz="half" idx="10"/>
          </p:nvPr>
        </p:nvSpPr>
        <p:spPr/>
        <p:txBody>
          <a:bodyPr/>
          <a:lstStyle/>
          <a:p>
            <a:fld id="{F3B4D3E5-F004-4FA3-BAF8-303336792672}" type="datetimeFigureOut">
              <a:rPr lang="es-PE" smtClean="0"/>
              <a:t>2/07/2026</a:t>
            </a:fld>
            <a:endParaRPr lang="es-PE"/>
          </a:p>
        </p:txBody>
      </p:sp>
      <p:sp>
        <p:nvSpPr>
          <p:cNvPr id="5" name="Footer Placeholder 4">
            <a:extLst>
              <a:ext uri="{FF2B5EF4-FFF2-40B4-BE49-F238E27FC236}">
                <a16:creationId xmlns:a16="http://schemas.microsoft.com/office/drawing/2014/main" id="{48389026-A2C4-F691-CA52-BA36C6DFB7D5}"/>
              </a:ext>
            </a:extLst>
          </p:cNvPr>
          <p:cNvSpPr>
            <a:spLocks noGrp="1"/>
          </p:cNvSpPr>
          <p:nvPr>
            <p:ph type="ftr" sz="quarter" idx="11"/>
          </p:nvPr>
        </p:nvSpPr>
        <p:spPr/>
        <p:txBody>
          <a:bodyPr/>
          <a:lstStyle/>
          <a:p>
            <a:endParaRPr lang="es-PE"/>
          </a:p>
        </p:txBody>
      </p:sp>
      <p:sp>
        <p:nvSpPr>
          <p:cNvPr id="6" name="Slide Number Placeholder 5">
            <a:extLst>
              <a:ext uri="{FF2B5EF4-FFF2-40B4-BE49-F238E27FC236}">
                <a16:creationId xmlns:a16="http://schemas.microsoft.com/office/drawing/2014/main" id="{EC8F4330-3D29-7092-33FC-9680FCC73EDB}"/>
              </a:ext>
            </a:extLst>
          </p:cNvPr>
          <p:cNvSpPr>
            <a:spLocks noGrp="1"/>
          </p:cNvSpPr>
          <p:nvPr>
            <p:ph type="sldNum" sz="quarter" idx="12"/>
          </p:nvPr>
        </p:nvSpPr>
        <p:spPr/>
        <p:txBody>
          <a:bodyPr/>
          <a:lstStyle/>
          <a:p>
            <a:fld id="{69DEC336-AAC9-4A61-B504-08D150B1B05B}" type="slidenum">
              <a:rPr lang="es-PE" smtClean="0"/>
              <a:t>‹#›</a:t>
            </a:fld>
            <a:endParaRPr lang="es-PE"/>
          </a:p>
        </p:txBody>
      </p:sp>
    </p:spTree>
    <p:extLst>
      <p:ext uri="{BB962C8B-B14F-4D97-AF65-F5344CB8AC3E}">
        <p14:creationId xmlns:p14="http://schemas.microsoft.com/office/powerpoint/2010/main" val="272850890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775EAB-1D4C-F957-36DB-5F11199A9450}"/>
              </a:ext>
            </a:extLst>
          </p:cNvPr>
          <p:cNvSpPr>
            <a:spLocks noGrp="1"/>
          </p:cNvSpPr>
          <p:nvPr>
            <p:ph type="title"/>
          </p:nvPr>
        </p:nvSpPr>
        <p:spPr/>
        <p:txBody>
          <a:bodyPr/>
          <a:lstStyle/>
          <a:p>
            <a:r>
              <a:rPr lang="en-US"/>
              <a:t>Click to edit Master title style</a:t>
            </a:r>
            <a:endParaRPr lang="es-PE"/>
          </a:p>
        </p:txBody>
      </p:sp>
      <p:sp>
        <p:nvSpPr>
          <p:cNvPr id="3" name="Content Placeholder 2">
            <a:extLst>
              <a:ext uri="{FF2B5EF4-FFF2-40B4-BE49-F238E27FC236}">
                <a16:creationId xmlns:a16="http://schemas.microsoft.com/office/drawing/2014/main" id="{0A8E07AF-B653-F21B-B2FA-DA4704EFD04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PE"/>
          </a:p>
        </p:txBody>
      </p:sp>
      <p:sp>
        <p:nvSpPr>
          <p:cNvPr id="4" name="Content Placeholder 3">
            <a:extLst>
              <a:ext uri="{FF2B5EF4-FFF2-40B4-BE49-F238E27FC236}">
                <a16:creationId xmlns:a16="http://schemas.microsoft.com/office/drawing/2014/main" id="{A786EDC8-969B-5ADF-80FD-7BBDD1408B8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PE"/>
          </a:p>
        </p:txBody>
      </p:sp>
      <p:sp>
        <p:nvSpPr>
          <p:cNvPr id="5" name="Date Placeholder 4">
            <a:extLst>
              <a:ext uri="{FF2B5EF4-FFF2-40B4-BE49-F238E27FC236}">
                <a16:creationId xmlns:a16="http://schemas.microsoft.com/office/drawing/2014/main" id="{7695DB63-BC12-39B3-8F89-68F52259DB25}"/>
              </a:ext>
            </a:extLst>
          </p:cNvPr>
          <p:cNvSpPr>
            <a:spLocks noGrp="1"/>
          </p:cNvSpPr>
          <p:nvPr>
            <p:ph type="dt" sz="half" idx="10"/>
          </p:nvPr>
        </p:nvSpPr>
        <p:spPr/>
        <p:txBody>
          <a:bodyPr/>
          <a:lstStyle/>
          <a:p>
            <a:fld id="{F3B4D3E5-F004-4FA3-BAF8-303336792672}" type="datetimeFigureOut">
              <a:rPr lang="es-PE" smtClean="0"/>
              <a:t>2/07/2026</a:t>
            </a:fld>
            <a:endParaRPr lang="es-PE"/>
          </a:p>
        </p:txBody>
      </p:sp>
      <p:sp>
        <p:nvSpPr>
          <p:cNvPr id="6" name="Footer Placeholder 5">
            <a:extLst>
              <a:ext uri="{FF2B5EF4-FFF2-40B4-BE49-F238E27FC236}">
                <a16:creationId xmlns:a16="http://schemas.microsoft.com/office/drawing/2014/main" id="{34ECE6BF-F63A-356B-06FD-9E985AB40EC0}"/>
              </a:ext>
            </a:extLst>
          </p:cNvPr>
          <p:cNvSpPr>
            <a:spLocks noGrp="1"/>
          </p:cNvSpPr>
          <p:nvPr>
            <p:ph type="ftr" sz="quarter" idx="11"/>
          </p:nvPr>
        </p:nvSpPr>
        <p:spPr/>
        <p:txBody>
          <a:bodyPr/>
          <a:lstStyle/>
          <a:p>
            <a:endParaRPr lang="es-PE"/>
          </a:p>
        </p:txBody>
      </p:sp>
      <p:sp>
        <p:nvSpPr>
          <p:cNvPr id="7" name="Slide Number Placeholder 6">
            <a:extLst>
              <a:ext uri="{FF2B5EF4-FFF2-40B4-BE49-F238E27FC236}">
                <a16:creationId xmlns:a16="http://schemas.microsoft.com/office/drawing/2014/main" id="{0B527F5B-2ACF-4543-A472-AFD8692AB928}"/>
              </a:ext>
            </a:extLst>
          </p:cNvPr>
          <p:cNvSpPr>
            <a:spLocks noGrp="1"/>
          </p:cNvSpPr>
          <p:nvPr>
            <p:ph type="sldNum" sz="quarter" idx="12"/>
          </p:nvPr>
        </p:nvSpPr>
        <p:spPr/>
        <p:txBody>
          <a:bodyPr/>
          <a:lstStyle/>
          <a:p>
            <a:fld id="{69DEC336-AAC9-4A61-B504-08D150B1B05B}" type="slidenum">
              <a:rPr lang="es-PE" smtClean="0"/>
              <a:t>‹#›</a:t>
            </a:fld>
            <a:endParaRPr lang="es-PE"/>
          </a:p>
        </p:txBody>
      </p:sp>
    </p:spTree>
    <p:extLst>
      <p:ext uri="{BB962C8B-B14F-4D97-AF65-F5344CB8AC3E}">
        <p14:creationId xmlns:p14="http://schemas.microsoft.com/office/powerpoint/2010/main" val="177074097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718BBB-CD36-8790-87E9-54D3B621F0D2}"/>
              </a:ext>
            </a:extLst>
          </p:cNvPr>
          <p:cNvSpPr>
            <a:spLocks noGrp="1"/>
          </p:cNvSpPr>
          <p:nvPr>
            <p:ph type="title"/>
          </p:nvPr>
        </p:nvSpPr>
        <p:spPr>
          <a:xfrm>
            <a:off x="839788" y="365125"/>
            <a:ext cx="10515600" cy="1325563"/>
          </a:xfrm>
        </p:spPr>
        <p:txBody>
          <a:bodyPr/>
          <a:lstStyle/>
          <a:p>
            <a:r>
              <a:rPr lang="en-US"/>
              <a:t>Click to edit Master title style</a:t>
            </a:r>
            <a:endParaRPr lang="es-PE"/>
          </a:p>
        </p:txBody>
      </p:sp>
      <p:sp>
        <p:nvSpPr>
          <p:cNvPr id="3" name="Text Placeholder 2">
            <a:extLst>
              <a:ext uri="{FF2B5EF4-FFF2-40B4-BE49-F238E27FC236}">
                <a16:creationId xmlns:a16="http://schemas.microsoft.com/office/drawing/2014/main" id="{05813BE7-4721-0700-8052-E4D180F4243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08E125F-A2C2-9028-8C4A-E0BDBDBC166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PE"/>
          </a:p>
        </p:txBody>
      </p:sp>
      <p:sp>
        <p:nvSpPr>
          <p:cNvPr id="5" name="Text Placeholder 4">
            <a:extLst>
              <a:ext uri="{FF2B5EF4-FFF2-40B4-BE49-F238E27FC236}">
                <a16:creationId xmlns:a16="http://schemas.microsoft.com/office/drawing/2014/main" id="{FAB7C0B1-BCFD-0959-7940-5178A1B315B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365895F-1262-93E0-2CDD-AB33A1C2C69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PE"/>
          </a:p>
        </p:txBody>
      </p:sp>
      <p:sp>
        <p:nvSpPr>
          <p:cNvPr id="7" name="Date Placeholder 6">
            <a:extLst>
              <a:ext uri="{FF2B5EF4-FFF2-40B4-BE49-F238E27FC236}">
                <a16:creationId xmlns:a16="http://schemas.microsoft.com/office/drawing/2014/main" id="{9872803B-0C8E-A4F8-AB2C-1B5716C24B70}"/>
              </a:ext>
            </a:extLst>
          </p:cNvPr>
          <p:cNvSpPr>
            <a:spLocks noGrp="1"/>
          </p:cNvSpPr>
          <p:nvPr>
            <p:ph type="dt" sz="half" idx="10"/>
          </p:nvPr>
        </p:nvSpPr>
        <p:spPr/>
        <p:txBody>
          <a:bodyPr/>
          <a:lstStyle/>
          <a:p>
            <a:fld id="{F3B4D3E5-F004-4FA3-BAF8-303336792672}" type="datetimeFigureOut">
              <a:rPr lang="es-PE" smtClean="0"/>
              <a:t>2/07/2026</a:t>
            </a:fld>
            <a:endParaRPr lang="es-PE"/>
          </a:p>
        </p:txBody>
      </p:sp>
      <p:sp>
        <p:nvSpPr>
          <p:cNvPr id="8" name="Footer Placeholder 7">
            <a:extLst>
              <a:ext uri="{FF2B5EF4-FFF2-40B4-BE49-F238E27FC236}">
                <a16:creationId xmlns:a16="http://schemas.microsoft.com/office/drawing/2014/main" id="{5075D709-6CD4-D11D-3A7D-2DEB7F44BC8E}"/>
              </a:ext>
            </a:extLst>
          </p:cNvPr>
          <p:cNvSpPr>
            <a:spLocks noGrp="1"/>
          </p:cNvSpPr>
          <p:nvPr>
            <p:ph type="ftr" sz="quarter" idx="11"/>
          </p:nvPr>
        </p:nvSpPr>
        <p:spPr/>
        <p:txBody>
          <a:bodyPr/>
          <a:lstStyle/>
          <a:p>
            <a:endParaRPr lang="es-PE"/>
          </a:p>
        </p:txBody>
      </p:sp>
      <p:sp>
        <p:nvSpPr>
          <p:cNvPr id="9" name="Slide Number Placeholder 8">
            <a:extLst>
              <a:ext uri="{FF2B5EF4-FFF2-40B4-BE49-F238E27FC236}">
                <a16:creationId xmlns:a16="http://schemas.microsoft.com/office/drawing/2014/main" id="{07F89EB9-4F3B-A96E-DE85-4D7BF877ABE3}"/>
              </a:ext>
            </a:extLst>
          </p:cNvPr>
          <p:cNvSpPr>
            <a:spLocks noGrp="1"/>
          </p:cNvSpPr>
          <p:nvPr>
            <p:ph type="sldNum" sz="quarter" idx="12"/>
          </p:nvPr>
        </p:nvSpPr>
        <p:spPr/>
        <p:txBody>
          <a:bodyPr/>
          <a:lstStyle/>
          <a:p>
            <a:fld id="{69DEC336-AAC9-4A61-B504-08D150B1B05B}" type="slidenum">
              <a:rPr lang="es-PE" smtClean="0"/>
              <a:t>‹#›</a:t>
            </a:fld>
            <a:endParaRPr lang="es-PE"/>
          </a:p>
        </p:txBody>
      </p:sp>
    </p:spTree>
    <p:extLst>
      <p:ext uri="{BB962C8B-B14F-4D97-AF65-F5344CB8AC3E}">
        <p14:creationId xmlns:p14="http://schemas.microsoft.com/office/powerpoint/2010/main" val="18644429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58B486-EC49-11CE-FCE6-C1E6E821B884}"/>
              </a:ext>
            </a:extLst>
          </p:cNvPr>
          <p:cNvSpPr>
            <a:spLocks noGrp="1"/>
          </p:cNvSpPr>
          <p:nvPr>
            <p:ph type="title"/>
          </p:nvPr>
        </p:nvSpPr>
        <p:spPr/>
        <p:txBody>
          <a:bodyPr/>
          <a:lstStyle/>
          <a:p>
            <a:r>
              <a:rPr lang="en-US"/>
              <a:t>Click to edit Master title style</a:t>
            </a:r>
            <a:endParaRPr lang="es-PE"/>
          </a:p>
        </p:txBody>
      </p:sp>
      <p:sp>
        <p:nvSpPr>
          <p:cNvPr id="3" name="Date Placeholder 2">
            <a:extLst>
              <a:ext uri="{FF2B5EF4-FFF2-40B4-BE49-F238E27FC236}">
                <a16:creationId xmlns:a16="http://schemas.microsoft.com/office/drawing/2014/main" id="{145BD114-5123-DFAC-D3AD-3D177B68938B}"/>
              </a:ext>
            </a:extLst>
          </p:cNvPr>
          <p:cNvSpPr>
            <a:spLocks noGrp="1"/>
          </p:cNvSpPr>
          <p:nvPr>
            <p:ph type="dt" sz="half" idx="10"/>
          </p:nvPr>
        </p:nvSpPr>
        <p:spPr/>
        <p:txBody>
          <a:bodyPr/>
          <a:lstStyle/>
          <a:p>
            <a:fld id="{F3B4D3E5-F004-4FA3-BAF8-303336792672}" type="datetimeFigureOut">
              <a:rPr lang="es-PE" smtClean="0"/>
              <a:t>2/07/2026</a:t>
            </a:fld>
            <a:endParaRPr lang="es-PE"/>
          </a:p>
        </p:txBody>
      </p:sp>
      <p:sp>
        <p:nvSpPr>
          <p:cNvPr id="4" name="Footer Placeholder 3">
            <a:extLst>
              <a:ext uri="{FF2B5EF4-FFF2-40B4-BE49-F238E27FC236}">
                <a16:creationId xmlns:a16="http://schemas.microsoft.com/office/drawing/2014/main" id="{10ACD0EA-3F98-F069-04DF-633C8EFC2A5A}"/>
              </a:ext>
            </a:extLst>
          </p:cNvPr>
          <p:cNvSpPr>
            <a:spLocks noGrp="1"/>
          </p:cNvSpPr>
          <p:nvPr>
            <p:ph type="ftr" sz="quarter" idx="11"/>
          </p:nvPr>
        </p:nvSpPr>
        <p:spPr/>
        <p:txBody>
          <a:bodyPr/>
          <a:lstStyle/>
          <a:p>
            <a:endParaRPr lang="es-PE"/>
          </a:p>
        </p:txBody>
      </p:sp>
      <p:sp>
        <p:nvSpPr>
          <p:cNvPr id="5" name="Slide Number Placeholder 4">
            <a:extLst>
              <a:ext uri="{FF2B5EF4-FFF2-40B4-BE49-F238E27FC236}">
                <a16:creationId xmlns:a16="http://schemas.microsoft.com/office/drawing/2014/main" id="{16EB37FA-90BB-A434-B7B8-984D23E8447F}"/>
              </a:ext>
            </a:extLst>
          </p:cNvPr>
          <p:cNvSpPr>
            <a:spLocks noGrp="1"/>
          </p:cNvSpPr>
          <p:nvPr>
            <p:ph type="sldNum" sz="quarter" idx="12"/>
          </p:nvPr>
        </p:nvSpPr>
        <p:spPr/>
        <p:txBody>
          <a:bodyPr/>
          <a:lstStyle/>
          <a:p>
            <a:fld id="{69DEC336-AAC9-4A61-B504-08D150B1B05B}" type="slidenum">
              <a:rPr lang="es-PE" smtClean="0"/>
              <a:t>‹#›</a:t>
            </a:fld>
            <a:endParaRPr lang="es-PE"/>
          </a:p>
        </p:txBody>
      </p:sp>
    </p:spTree>
    <p:extLst>
      <p:ext uri="{BB962C8B-B14F-4D97-AF65-F5344CB8AC3E}">
        <p14:creationId xmlns:p14="http://schemas.microsoft.com/office/powerpoint/2010/main" val="326905805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B7C700A-0FFC-7290-DF0F-68C2A525445A}"/>
              </a:ext>
            </a:extLst>
          </p:cNvPr>
          <p:cNvSpPr>
            <a:spLocks noGrp="1"/>
          </p:cNvSpPr>
          <p:nvPr>
            <p:ph type="dt" sz="half" idx="10"/>
          </p:nvPr>
        </p:nvSpPr>
        <p:spPr/>
        <p:txBody>
          <a:bodyPr/>
          <a:lstStyle/>
          <a:p>
            <a:fld id="{F3B4D3E5-F004-4FA3-BAF8-303336792672}" type="datetimeFigureOut">
              <a:rPr lang="es-PE" smtClean="0"/>
              <a:t>2/07/2026</a:t>
            </a:fld>
            <a:endParaRPr lang="es-PE"/>
          </a:p>
        </p:txBody>
      </p:sp>
      <p:sp>
        <p:nvSpPr>
          <p:cNvPr id="3" name="Footer Placeholder 2">
            <a:extLst>
              <a:ext uri="{FF2B5EF4-FFF2-40B4-BE49-F238E27FC236}">
                <a16:creationId xmlns:a16="http://schemas.microsoft.com/office/drawing/2014/main" id="{5700DA3C-FF2E-9D6F-19DF-34BADECBE66F}"/>
              </a:ext>
            </a:extLst>
          </p:cNvPr>
          <p:cNvSpPr>
            <a:spLocks noGrp="1"/>
          </p:cNvSpPr>
          <p:nvPr>
            <p:ph type="ftr" sz="quarter" idx="11"/>
          </p:nvPr>
        </p:nvSpPr>
        <p:spPr/>
        <p:txBody>
          <a:bodyPr/>
          <a:lstStyle/>
          <a:p>
            <a:endParaRPr lang="es-PE"/>
          </a:p>
        </p:txBody>
      </p:sp>
      <p:sp>
        <p:nvSpPr>
          <p:cNvPr id="4" name="Slide Number Placeholder 3">
            <a:extLst>
              <a:ext uri="{FF2B5EF4-FFF2-40B4-BE49-F238E27FC236}">
                <a16:creationId xmlns:a16="http://schemas.microsoft.com/office/drawing/2014/main" id="{DFF2C785-4D13-F152-BC28-5814E35EB4EE}"/>
              </a:ext>
            </a:extLst>
          </p:cNvPr>
          <p:cNvSpPr>
            <a:spLocks noGrp="1"/>
          </p:cNvSpPr>
          <p:nvPr>
            <p:ph type="sldNum" sz="quarter" idx="12"/>
          </p:nvPr>
        </p:nvSpPr>
        <p:spPr/>
        <p:txBody>
          <a:bodyPr/>
          <a:lstStyle/>
          <a:p>
            <a:fld id="{69DEC336-AAC9-4A61-B504-08D150B1B05B}" type="slidenum">
              <a:rPr lang="es-PE" smtClean="0"/>
              <a:t>‹#›</a:t>
            </a:fld>
            <a:endParaRPr lang="es-PE"/>
          </a:p>
        </p:txBody>
      </p:sp>
    </p:spTree>
    <p:extLst>
      <p:ext uri="{BB962C8B-B14F-4D97-AF65-F5344CB8AC3E}">
        <p14:creationId xmlns:p14="http://schemas.microsoft.com/office/powerpoint/2010/main" val="359035655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81F850-AB66-DBEB-C546-197864B700D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s-PE"/>
          </a:p>
        </p:txBody>
      </p:sp>
      <p:sp>
        <p:nvSpPr>
          <p:cNvPr id="3" name="Content Placeholder 2">
            <a:extLst>
              <a:ext uri="{FF2B5EF4-FFF2-40B4-BE49-F238E27FC236}">
                <a16:creationId xmlns:a16="http://schemas.microsoft.com/office/drawing/2014/main" id="{233D78A2-A461-D598-6128-7B8F9C86220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PE"/>
          </a:p>
        </p:txBody>
      </p:sp>
      <p:sp>
        <p:nvSpPr>
          <p:cNvPr id="4" name="Text Placeholder 3">
            <a:extLst>
              <a:ext uri="{FF2B5EF4-FFF2-40B4-BE49-F238E27FC236}">
                <a16:creationId xmlns:a16="http://schemas.microsoft.com/office/drawing/2014/main" id="{4F3D75AE-495F-5581-0779-123C90B1F54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F6480BE-572F-CAFE-08F7-C78C5432550F}"/>
              </a:ext>
            </a:extLst>
          </p:cNvPr>
          <p:cNvSpPr>
            <a:spLocks noGrp="1"/>
          </p:cNvSpPr>
          <p:nvPr>
            <p:ph type="dt" sz="half" idx="10"/>
          </p:nvPr>
        </p:nvSpPr>
        <p:spPr/>
        <p:txBody>
          <a:bodyPr/>
          <a:lstStyle/>
          <a:p>
            <a:fld id="{F3B4D3E5-F004-4FA3-BAF8-303336792672}" type="datetimeFigureOut">
              <a:rPr lang="es-PE" smtClean="0"/>
              <a:t>2/07/2026</a:t>
            </a:fld>
            <a:endParaRPr lang="es-PE"/>
          </a:p>
        </p:txBody>
      </p:sp>
      <p:sp>
        <p:nvSpPr>
          <p:cNvPr id="6" name="Footer Placeholder 5">
            <a:extLst>
              <a:ext uri="{FF2B5EF4-FFF2-40B4-BE49-F238E27FC236}">
                <a16:creationId xmlns:a16="http://schemas.microsoft.com/office/drawing/2014/main" id="{17DCA511-5AAC-B536-9C08-DBDB7AC594A8}"/>
              </a:ext>
            </a:extLst>
          </p:cNvPr>
          <p:cNvSpPr>
            <a:spLocks noGrp="1"/>
          </p:cNvSpPr>
          <p:nvPr>
            <p:ph type="ftr" sz="quarter" idx="11"/>
          </p:nvPr>
        </p:nvSpPr>
        <p:spPr/>
        <p:txBody>
          <a:bodyPr/>
          <a:lstStyle/>
          <a:p>
            <a:endParaRPr lang="es-PE"/>
          </a:p>
        </p:txBody>
      </p:sp>
      <p:sp>
        <p:nvSpPr>
          <p:cNvPr id="7" name="Slide Number Placeholder 6">
            <a:extLst>
              <a:ext uri="{FF2B5EF4-FFF2-40B4-BE49-F238E27FC236}">
                <a16:creationId xmlns:a16="http://schemas.microsoft.com/office/drawing/2014/main" id="{CD9ED392-481F-5327-BACA-E210870B1DC8}"/>
              </a:ext>
            </a:extLst>
          </p:cNvPr>
          <p:cNvSpPr>
            <a:spLocks noGrp="1"/>
          </p:cNvSpPr>
          <p:nvPr>
            <p:ph type="sldNum" sz="quarter" idx="12"/>
          </p:nvPr>
        </p:nvSpPr>
        <p:spPr/>
        <p:txBody>
          <a:bodyPr/>
          <a:lstStyle/>
          <a:p>
            <a:fld id="{69DEC336-AAC9-4A61-B504-08D150B1B05B}" type="slidenum">
              <a:rPr lang="es-PE" smtClean="0"/>
              <a:t>‹#›</a:t>
            </a:fld>
            <a:endParaRPr lang="es-PE"/>
          </a:p>
        </p:txBody>
      </p:sp>
    </p:spTree>
    <p:extLst>
      <p:ext uri="{BB962C8B-B14F-4D97-AF65-F5344CB8AC3E}">
        <p14:creationId xmlns:p14="http://schemas.microsoft.com/office/powerpoint/2010/main" val="117339952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E6F14F-DBB7-1208-A0D4-BEA1BE5E887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s-PE"/>
          </a:p>
        </p:txBody>
      </p:sp>
      <p:sp>
        <p:nvSpPr>
          <p:cNvPr id="3" name="Picture Placeholder 2">
            <a:extLst>
              <a:ext uri="{FF2B5EF4-FFF2-40B4-BE49-F238E27FC236}">
                <a16:creationId xmlns:a16="http://schemas.microsoft.com/office/drawing/2014/main" id="{4A10BA2C-5468-94B2-6D93-023DD3D6ED6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PE"/>
          </a:p>
        </p:txBody>
      </p:sp>
      <p:sp>
        <p:nvSpPr>
          <p:cNvPr id="4" name="Text Placeholder 3">
            <a:extLst>
              <a:ext uri="{FF2B5EF4-FFF2-40B4-BE49-F238E27FC236}">
                <a16:creationId xmlns:a16="http://schemas.microsoft.com/office/drawing/2014/main" id="{08CC1193-CEA8-3030-643A-FE82FE34D86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2AE2604-3D61-DCD1-7625-DEB88C45A291}"/>
              </a:ext>
            </a:extLst>
          </p:cNvPr>
          <p:cNvSpPr>
            <a:spLocks noGrp="1"/>
          </p:cNvSpPr>
          <p:nvPr>
            <p:ph type="dt" sz="half" idx="10"/>
          </p:nvPr>
        </p:nvSpPr>
        <p:spPr/>
        <p:txBody>
          <a:bodyPr/>
          <a:lstStyle/>
          <a:p>
            <a:fld id="{F3B4D3E5-F004-4FA3-BAF8-303336792672}" type="datetimeFigureOut">
              <a:rPr lang="es-PE" smtClean="0"/>
              <a:t>2/07/2026</a:t>
            </a:fld>
            <a:endParaRPr lang="es-PE"/>
          </a:p>
        </p:txBody>
      </p:sp>
      <p:sp>
        <p:nvSpPr>
          <p:cNvPr id="6" name="Footer Placeholder 5">
            <a:extLst>
              <a:ext uri="{FF2B5EF4-FFF2-40B4-BE49-F238E27FC236}">
                <a16:creationId xmlns:a16="http://schemas.microsoft.com/office/drawing/2014/main" id="{CA0FEC35-C927-23BD-21EB-8FE31C7B683C}"/>
              </a:ext>
            </a:extLst>
          </p:cNvPr>
          <p:cNvSpPr>
            <a:spLocks noGrp="1"/>
          </p:cNvSpPr>
          <p:nvPr>
            <p:ph type="ftr" sz="quarter" idx="11"/>
          </p:nvPr>
        </p:nvSpPr>
        <p:spPr/>
        <p:txBody>
          <a:bodyPr/>
          <a:lstStyle/>
          <a:p>
            <a:endParaRPr lang="es-PE"/>
          </a:p>
        </p:txBody>
      </p:sp>
      <p:sp>
        <p:nvSpPr>
          <p:cNvPr id="7" name="Slide Number Placeholder 6">
            <a:extLst>
              <a:ext uri="{FF2B5EF4-FFF2-40B4-BE49-F238E27FC236}">
                <a16:creationId xmlns:a16="http://schemas.microsoft.com/office/drawing/2014/main" id="{FFD6284F-711D-6775-5919-08E36A235605}"/>
              </a:ext>
            </a:extLst>
          </p:cNvPr>
          <p:cNvSpPr>
            <a:spLocks noGrp="1"/>
          </p:cNvSpPr>
          <p:nvPr>
            <p:ph type="sldNum" sz="quarter" idx="12"/>
          </p:nvPr>
        </p:nvSpPr>
        <p:spPr/>
        <p:txBody>
          <a:bodyPr/>
          <a:lstStyle/>
          <a:p>
            <a:fld id="{69DEC336-AAC9-4A61-B504-08D150B1B05B}" type="slidenum">
              <a:rPr lang="es-PE" smtClean="0"/>
              <a:t>‹#›</a:t>
            </a:fld>
            <a:endParaRPr lang="es-PE"/>
          </a:p>
        </p:txBody>
      </p:sp>
    </p:spTree>
    <p:extLst>
      <p:ext uri="{BB962C8B-B14F-4D97-AF65-F5344CB8AC3E}">
        <p14:creationId xmlns:p14="http://schemas.microsoft.com/office/powerpoint/2010/main" val="104328366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BAA59B-B552-1596-57FC-6D881A32F012}"/>
              </a:ext>
            </a:extLst>
          </p:cNvPr>
          <p:cNvSpPr>
            <a:spLocks noGrp="1"/>
          </p:cNvSpPr>
          <p:nvPr>
            <p:ph type="title"/>
          </p:nvPr>
        </p:nvSpPr>
        <p:spPr/>
        <p:txBody>
          <a:bodyPr/>
          <a:lstStyle/>
          <a:p>
            <a:r>
              <a:rPr lang="en-US"/>
              <a:t>Click to edit Master title style</a:t>
            </a:r>
            <a:endParaRPr lang="es-PE"/>
          </a:p>
        </p:txBody>
      </p:sp>
      <p:sp>
        <p:nvSpPr>
          <p:cNvPr id="3" name="Vertical Text Placeholder 2">
            <a:extLst>
              <a:ext uri="{FF2B5EF4-FFF2-40B4-BE49-F238E27FC236}">
                <a16:creationId xmlns:a16="http://schemas.microsoft.com/office/drawing/2014/main" id="{C9CBEC8F-D813-3AA4-3883-CBAC8BD03D4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PE"/>
          </a:p>
        </p:txBody>
      </p:sp>
      <p:sp>
        <p:nvSpPr>
          <p:cNvPr id="4" name="Date Placeholder 3">
            <a:extLst>
              <a:ext uri="{FF2B5EF4-FFF2-40B4-BE49-F238E27FC236}">
                <a16:creationId xmlns:a16="http://schemas.microsoft.com/office/drawing/2014/main" id="{AC3446B6-D0E0-9F6D-E2C1-A6C5ED3AC32D}"/>
              </a:ext>
            </a:extLst>
          </p:cNvPr>
          <p:cNvSpPr>
            <a:spLocks noGrp="1"/>
          </p:cNvSpPr>
          <p:nvPr>
            <p:ph type="dt" sz="half" idx="10"/>
          </p:nvPr>
        </p:nvSpPr>
        <p:spPr/>
        <p:txBody>
          <a:bodyPr/>
          <a:lstStyle/>
          <a:p>
            <a:fld id="{F3B4D3E5-F004-4FA3-BAF8-303336792672}" type="datetimeFigureOut">
              <a:rPr lang="es-PE" smtClean="0"/>
              <a:t>2/07/2026</a:t>
            </a:fld>
            <a:endParaRPr lang="es-PE"/>
          </a:p>
        </p:txBody>
      </p:sp>
      <p:sp>
        <p:nvSpPr>
          <p:cNvPr id="5" name="Footer Placeholder 4">
            <a:extLst>
              <a:ext uri="{FF2B5EF4-FFF2-40B4-BE49-F238E27FC236}">
                <a16:creationId xmlns:a16="http://schemas.microsoft.com/office/drawing/2014/main" id="{82CF8D7B-1867-17D6-3124-B8442389EEC0}"/>
              </a:ext>
            </a:extLst>
          </p:cNvPr>
          <p:cNvSpPr>
            <a:spLocks noGrp="1"/>
          </p:cNvSpPr>
          <p:nvPr>
            <p:ph type="ftr" sz="quarter" idx="11"/>
          </p:nvPr>
        </p:nvSpPr>
        <p:spPr/>
        <p:txBody>
          <a:bodyPr/>
          <a:lstStyle/>
          <a:p>
            <a:endParaRPr lang="es-PE"/>
          </a:p>
        </p:txBody>
      </p:sp>
      <p:sp>
        <p:nvSpPr>
          <p:cNvPr id="6" name="Slide Number Placeholder 5">
            <a:extLst>
              <a:ext uri="{FF2B5EF4-FFF2-40B4-BE49-F238E27FC236}">
                <a16:creationId xmlns:a16="http://schemas.microsoft.com/office/drawing/2014/main" id="{015BAAA1-AE7C-4E50-9853-BAE6DE23358B}"/>
              </a:ext>
            </a:extLst>
          </p:cNvPr>
          <p:cNvSpPr>
            <a:spLocks noGrp="1"/>
          </p:cNvSpPr>
          <p:nvPr>
            <p:ph type="sldNum" sz="quarter" idx="12"/>
          </p:nvPr>
        </p:nvSpPr>
        <p:spPr/>
        <p:txBody>
          <a:bodyPr/>
          <a:lstStyle/>
          <a:p>
            <a:fld id="{69DEC336-AAC9-4A61-B504-08D150B1B05B}" type="slidenum">
              <a:rPr lang="es-PE" smtClean="0"/>
              <a:t>‹#›</a:t>
            </a:fld>
            <a:endParaRPr lang="es-PE"/>
          </a:p>
        </p:txBody>
      </p:sp>
    </p:spTree>
    <p:extLst>
      <p:ext uri="{BB962C8B-B14F-4D97-AF65-F5344CB8AC3E}">
        <p14:creationId xmlns:p14="http://schemas.microsoft.com/office/powerpoint/2010/main" val="199907543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7B83A6D-8282-D986-362E-7B2239D05D68}"/>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s-PE"/>
          </a:p>
        </p:txBody>
      </p:sp>
      <p:sp>
        <p:nvSpPr>
          <p:cNvPr id="3" name="Vertical Text Placeholder 2">
            <a:extLst>
              <a:ext uri="{FF2B5EF4-FFF2-40B4-BE49-F238E27FC236}">
                <a16:creationId xmlns:a16="http://schemas.microsoft.com/office/drawing/2014/main" id="{D15A2513-4CE0-6C16-8C42-9EB27A0732D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PE"/>
          </a:p>
        </p:txBody>
      </p:sp>
      <p:sp>
        <p:nvSpPr>
          <p:cNvPr id="4" name="Date Placeholder 3">
            <a:extLst>
              <a:ext uri="{FF2B5EF4-FFF2-40B4-BE49-F238E27FC236}">
                <a16:creationId xmlns:a16="http://schemas.microsoft.com/office/drawing/2014/main" id="{27793B91-7008-8BEE-CC66-7FE8C33530E0}"/>
              </a:ext>
            </a:extLst>
          </p:cNvPr>
          <p:cNvSpPr>
            <a:spLocks noGrp="1"/>
          </p:cNvSpPr>
          <p:nvPr>
            <p:ph type="dt" sz="half" idx="10"/>
          </p:nvPr>
        </p:nvSpPr>
        <p:spPr/>
        <p:txBody>
          <a:bodyPr/>
          <a:lstStyle/>
          <a:p>
            <a:fld id="{F3B4D3E5-F004-4FA3-BAF8-303336792672}" type="datetimeFigureOut">
              <a:rPr lang="es-PE" smtClean="0"/>
              <a:t>2/07/2026</a:t>
            </a:fld>
            <a:endParaRPr lang="es-PE"/>
          </a:p>
        </p:txBody>
      </p:sp>
      <p:sp>
        <p:nvSpPr>
          <p:cNvPr id="5" name="Footer Placeholder 4">
            <a:extLst>
              <a:ext uri="{FF2B5EF4-FFF2-40B4-BE49-F238E27FC236}">
                <a16:creationId xmlns:a16="http://schemas.microsoft.com/office/drawing/2014/main" id="{5051D141-E458-26CF-D02F-73091EDB2F42}"/>
              </a:ext>
            </a:extLst>
          </p:cNvPr>
          <p:cNvSpPr>
            <a:spLocks noGrp="1"/>
          </p:cNvSpPr>
          <p:nvPr>
            <p:ph type="ftr" sz="quarter" idx="11"/>
          </p:nvPr>
        </p:nvSpPr>
        <p:spPr/>
        <p:txBody>
          <a:bodyPr/>
          <a:lstStyle/>
          <a:p>
            <a:endParaRPr lang="es-PE"/>
          </a:p>
        </p:txBody>
      </p:sp>
      <p:sp>
        <p:nvSpPr>
          <p:cNvPr id="6" name="Slide Number Placeholder 5">
            <a:extLst>
              <a:ext uri="{FF2B5EF4-FFF2-40B4-BE49-F238E27FC236}">
                <a16:creationId xmlns:a16="http://schemas.microsoft.com/office/drawing/2014/main" id="{168441AE-185C-DA4D-9FC2-4B600DB632C5}"/>
              </a:ext>
            </a:extLst>
          </p:cNvPr>
          <p:cNvSpPr>
            <a:spLocks noGrp="1"/>
          </p:cNvSpPr>
          <p:nvPr>
            <p:ph type="sldNum" sz="quarter" idx="12"/>
          </p:nvPr>
        </p:nvSpPr>
        <p:spPr/>
        <p:txBody>
          <a:bodyPr/>
          <a:lstStyle/>
          <a:p>
            <a:fld id="{69DEC336-AAC9-4A61-B504-08D150B1B05B}" type="slidenum">
              <a:rPr lang="es-PE" smtClean="0"/>
              <a:t>‹#›</a:t>
            </a:fld>
            <a:endParaRPr lang="es-PE"/>
          </a:p>
        </p:txBody>
      </p:sp>
    </p:spTree>
    <p:extLst>
      <p:ext uri="{BB962C8B-B14F-4D97-AF65-F5344CB8AC3E}">
        <p14:creationId xmlns:p14="http://schemas.microsoft.com/office/powerpoint/2010/main" val="355180313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70A6E3D-25EB-B050-4F88-3AD51D7038A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s-PE"/>
          </a:p>
        </p:txBody>
      </p:sp>
      <p:sp>
        <p:nvSpPr>
          <p:cNvPr id="3" name="Text Placeholder 2">
            <a:extLst>
              <a:ext uri="{FF2B5EF4-FFF2-40B4-BE49-F238E27FC236}">
                <a16:creationId xmlns:a16="http://schemas.microsoft.com/office/drawing/2014/main" id="{81BD0AD4-3608-B7D7-3A0B-A0E00A477D3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PE"/>
          </a:p>
        </p:txBody>
      </p:sp>
      <p:sp>
        <p:nvSpPr>
          <p:cNvPr id="4" name="Date Placeholder 3">
            <a:extLst>
              <a:ext uri="{FF2B5EF4-FFF2-40B4-BE49-F238E27FC236}">
                <a16:creationId xmlns:a16="http://schemas.microsoft.com/office/drawing/2014/main" id="{EBFFFA6D-6C62-14BE-D9AA-56A99715756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F3B4D3E5-F004-4FA3-BAF8-303336792672}" type="datetimeFigureOut">
              <a:rPr lang="es-PE" smtClean="0"/>
              <a:t>2/07/2026</a:t>
            </a:fld>
            <a:endParaRPr lang="es-PE"/>
          </a:p>
        </p:txBody>
      </p:sp>
      <p:sp>
        <p:nvSpPr>
          <p:cNvPr id="5" name="Footer Placeholder 4">
            <a:extLst>
              <a:ext uri="{FF2B5EF4-FFF2-40B4-BE49-F238E27FC236}">
                <a16:creationId xmlns:a16="http://schemas.microsoft.com/office/drawing/2014/main" id="{CFD08DDF-BB3E-6AA3-2937-694C6FD426C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s-PE"/>
          </a:p>
        </p:txBody>
      </p:sp>
      <p:sp>
        <p:nvSpPr>
          <p:cNvPr id="6" name="Slide Number Placeholder 5">
            <a:extLst>
              <a:ext uri="{FF2B5EF4-FFF2-40B4-BE49-F238E27FC236}">
                <a16:creationId xmlns:a16="http://schemas.microsoft.com/office/drawing/2014/main" id="{AF091D21-68C5-5D32-75C8-3CBF3326AB4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9DEC336-AAC9-4A61-B504-08D150B1B05B}" type="slidenum">
              <a:rPr lang="es-PE" smtClean="0"/>
              <a:t>‹#›</a:t>
            </a:fld>
            <a:endParaRPr lang="es-PE"/>
          </a:p>
        </p:txBody>
      </p:sp>
    </p:spTree>
    <p:extLst>
      <p:ext uri="{BB962C8B-B14F-4D97-AF65-F5344CB8AC3E}">
        <p14:creationId xmlns:p14="http://schemas.microsoft.com/office/powerpoint/2010/main" val="1834825627"/>
      </p:ext>
    </p:extLst>
  </p:cSld>
  <p:clrMap bg1="lt1" tx1="dk1" bg2="lt2" tx2="dk2" accent1="accent1" accent2="accent2" accent3="accent3" accent4="accent4" accent5="accent5" accent6="accent6" hlink="hlink" folHlink="folHlink"/>
  <p:sldLayoutIdLst>
    <p:sldLayoutId id="2147483679" r:id="rId1"/>
    <p:sldLayoutId id="2147483680"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 id="214748368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P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8.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C0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353E7F-57DC-89F5-BCC2-B3C3FD2635C6}"/>
              </a:ext>
            </a:extLst>
          </p:cNvPr>
          <p:cNvSpPr>
            <a:spLocks noGrp="1"/>
          </p:cNvSpPr>
          <p:nvPr>
            <p:ph type="ctrTitle"/>
          </p:nvPr>
        </p:nvSpPr>
        <p:spPr>
          <a:prstGeom prst="flowChartAlternateProcess">
            <a:avLst/>
          </a:prstGeom>
          <a:solidFill>
            <a:schemeClr val="bg1"/>
          </a:solidFill>
          <a:ln>
            <a:noFill/>
          </a:ln>
          <a:effectLst>
            <a:softEdge rad="127000"/>
          </a:effectLst>
        </p:spPr>
        <p:txBody>
          <a:bodyPr/>
          <a:lstStyle/>
          <a:p>
            <a:r>
              <a:rPr lang="es-MX" dirty="0"/>
              <a:t>Caso de la bodega “Doña Cintia”</a:t>
            </a:r>
            <a:endParaRPr lang="es-PE" dirty="0"/>
          </a:p>
        </p:txBody>
      </p:sp>
      <p:sp>
        <p:nvSpPr>
          <p:cNvPr id="3" name="Subtitle 2">
            <a:extLst>
              <a:ext uri="{FF2B5EF4-FFF2-40B4-BE49-F238E27FC236}">
                <a16:creationId xmlns:a16="http://schemas.microsoft.com/office/drawing/2014/main" id="{3199791C-9516-3C05-6CD3-1DC50C9E31A5}"/>
              </a:ext>
            </a:extLst>
          </p:cNvPr>
          <p:cNvSpPr>
            <a:spLocks noGrp="1"/>
          </p:cNvSpPr>
          <p:nvPr>
            <p:ph type="subTitle" idx="1"/>
          </p:nvPr>
        </p:nvSpPr>
        <p:spPr/>
        <p:txBody>
          <a:bodyPr/>
          <a:lstStyle/>
          <a:p>
            <a:r>
              <a:rPr lang="es-MX" dirty="0">
                <a:solidFill>
                  <a:schemeClr val="bg1"/>
                </a:solidFill>
              </a:rPr>
              <a:t>Por Enzo Cárdenas, Franks Álvarez, Adriano Rodríguez y Yharem Fajardo</a:t>
            </a:r>
          </a:p>
          <a:p>
            <a:r>
              <a:rPr lang="es-MX" dirty="0">
                <a:solidFill>
                  <a:schemeClr val="bg1"/>
                </a:solidFill>
              </a:rPr>
              <a:t>Profesor: Jose Carlos Anicama Silva</a:t>
            </a:r>
            <a:endParaRPr lang="es-PE" dirty="0">
              <a:solidFill>
                <a:schemeClr val="bg1"/>
              </a:solidFill>
            </a:endParaRPr>
          </a:p>
        </p:txBody>
      </p:sp>
      <p:sp>
        <p:nvSpPr>
          <p:cNvPr id="4" name="TextBox 3">
            <a:extLst>
              <a:ext uri="{FF2B5EF4-FFF2-40B4-BE49-F238E27FC236}">
                <a16:creationId xmlns:a16="http://schemas.microsoft.com/office/drawing/2014/main" id="{B7D30F29-2236-4FC5-C542-88FCE95B8285}"/>
              </a:ext>
            </a:extLst>
          </p:cNvPr>
          <p:cNvSpPr txBox="1"/>
          <p:nvPr/>
        </p:nvSpPr>
        <p:spPr>
          <a:xfrm flipH="1">
            <a:off x="228974" y="6179574"/>
            <a:ext cx="5050948" cy="369332"/>
          </a:xfrm>
          <a:prstGeom prst="rect">
            <a:avLst/>
          </a:prstGeom>
          <a:noFill/>
        </p:spPr>
        <p:txBody>
          <a:bodyPr wrap="square" rtlCol="0">
            <a:spAutoFit/>
          </a:bodyPr>
          <a:lstStyle/>
          <a:p>
            <a:r>
              <a:rPr lang="es-MX" dirty="0"/>
              <a:t>Fundamentos de programación - </a:t>
            </a:r>
            <a:r>
              <a:rPr lang="es-PE" dirty="0"/>
              <a:t>226413.16572</a:t>
            </a:r>
          </a:p>
        </p:txBody>
      </p:sp>
      <p:sp>
        <p:nvSpPr>
          <p:cNvPr id="6" name="TextBox 5">
            <a:extLst>
              <a:ext uri="{FF2B5EF4-FFF2-40B4-BE49-F238E27FC236}">
                <a16:creationId xmlns:a16="http://schemas.microsoft.com/office/drawing/2014/main" id="{8DE95425-0A29-CD41-5F94-E5661E45D465}"/>
              </a:ext>
            </a:extLst>
          </p:cNvPr>
          <p:cNvSpPr txBox="1"/>
          <p:nvPr/>
        </p:nvSpPr>
        <p:spPr>
          <a:xfrm flipH="1">
            <a:off x="10668000" y="5902575"/>
            <a:ext cx="1061885" cy="646331"/>
          </a:xfrm>
          <a:prstGeom prst="rect">
            <a:avLst/>
          </a:prstGeom>
          <a:noFill/>
        </p:spPr>
        <p:txBody>
          <a:bodyPr wrap="square" rtlCol="0">
            <a:spAutoFit/>
          </a:bodyPr>
          <a:lstStyle/>
          <a:p>
            <a:r>
              <a:rPr lang="es-MX" dirty="0"/>
              <a:t>2026 – 1</a:t>
            </a:r>
          </a:p>
          <a:p>
            <a:pPr algn="ctr"/>
            <a:r>
              <a:rPr lang="es-MX" dirty="0"/>
              <a:t>UPN</a:t>
            </a:r>
            <a:endParaRPr lang="es-PE" dirty="0"/>
          </a:p>
        </p:txBody>
      </p:sp>
    </p:spTree>
    <p:extLst>
      <p:ext uri="{BB962C8B-B14F-4D97-AF65-F5344CB8AC3E}">
        <p14:creationId xmlns:p14="http://schemas.microsoft.com/office/powerpoint/2010/main" val="9170632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2">
            <a:lumMod val="50000"/>
          </a:schemeClr>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45A9F99-D9B1-4094-A2E2-B90AC1DB7B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B7FAF607-473A-4A43-A23D-BBFF5C4117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55ACB46-704D-07B4-4417-3B94A921B0ED}"/>
              </a:ext>
            </a:extLst>
          </p:cNvPr>
          <p:cNvSpPr>
            <a:spLocks noGrp="1"/>
          </p:cNvSpPr>
          <p:nvPr>
            <p:ph type="title"/>
          </p:nvPr>
        </p:nvSpPr>
        <p:spPr>
          <a:xfrm>
            <a:off x="6094105" y="802955"/>
            <a:ext cx="4977976" cy="1454051"/>
          </a:xfrm>
        </p:spPr>
        <p:txBody>
          <a:bodyPr>
            <a:normAutofit/>
          </a:bodyPr>
          <a:lstStyle/>
          <a:p>
            <a:r>
              <a:rPr lang="es-MX" sz="3600">
                <a:solidFill>
                  <a:schemeClr val="tx2"/>
                </a:solidFill>
              </a:rPr>
              <a:t>Problemática</a:t>
            </a:r>
            <a:endParaRPr lang="es-PE" sz="3600">
              <a:solidFill>
                <a:schemeClr val="tx2"/>
              </a:solidFill>
            </a:endParaRPr>
          </a:p>
        </p:txBody>
      </p:sp>
      <p:pic>
        <p:nvPicPr>
          <p:cNvPr id="7" name="Graphic 6" descr="Kiosk">
            <a:extLst>
              <a:ext uri="{FF2B5EF4-FFF2-40B4-BE49-F238E27FC236}">
                <a16:creationId xmlns:a16="http://schemas.microsoft.com/office/drawing/2014/main" id="{2FA75598-1078-790F-7219-0D8BB99BC1D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Content Placeholder 2">
            <a:extLst>
              <a:ext uri="{FF2B5EF4-FFF2-40B4-BE49-F238E27FC236}">
                <a16:creationId xmlns:a16="http://schemas.microsoft.com/office/drawing/2014/main" id="{FD476EFB-7FB5-EC53-3A4B-1E4CC7B31BC6}"/>
              </a:ext>
            </a:extLst>
          </p:cNvPr>
          <p:cNvSpPr>
            <a:spLocks noGrp="1"/>
          </p:cNvSpPr>
          <p:nvPr>
            <p:ph idx="1"/>
          </p:nvPr>
        </p:nvSpPr>
        <p:spPr>
          <a:xfrm>
            <a:off x="6090574" y="2421682"/>
            <a:ext cx="4977578" cy="3639289"/>
          </a:xfrm>
        </p:spPr>
        <p:txBody>
          <a:bodyPr anchor="ctr">
            <a:normAutofit/>
          </a:bodyPr>
          <a:lstStyle/>
          <a:p>
            <a:pPr marL="0" indent="0">
              <a:buNone/>
            </a:pPr>
            <a:r>
              <a:rPr lang="es-MX" sz="1800">
                <a:solidFill>
                  <a:schemeClr val="tx2"/>
                </a:solidFill>
              </a:rPr>
              <a:t>La bodega “Doña Cintia” es un local que en los últimos meses ha estado reportando irregularidades en sus ganancias, en el reporte de su inventario, y en el manejo de sus impuestos, es una bodega que depende principalmente de la venta de sus productos de primera mano no solo para poder mantener la bodega en pie sino también para cubrir parte de las necesidades de la dueña de la bodega, Cintia.</a:t>
            </a:r>
            <a:endParaRPr lang="es-PE" sz="1800">
              <a:solidFill>
                <a:schemeClr val="tx2"/>
              </a:solidFill>
            </a:endParaRPr>
          </a:p>
        </p:txBody>
      </p:sp>
      <p:grpSp>
        <p:nvGrpSpPr>
          <p:cNvPr id="14" name="Group 13">
            <a:extLst>
              <a:ext uri="{FF2B5EF4-FFF2-40B4-BE49-F238E27FC236}">
                <a16:creationId xmlns:a16="http://schemas.microsoft.com/office/drawing/2014/main" id="{C5F6476F-D303-44D3-B30F-1BA348F0F64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2635" y="52996"/>
            <a:ext cx="5928607" cy="6805005"/>
            <a:chOff x="6095999" y="52996"/>
            <a:chExt cx="6093363" cy="6805005"/>
          </a:xfrm>
          <a:solidFill>
            <a:schemeClr val="accent5">
              <a:alpha val="10000"/>
            </a:schemeClr>
          </a:solidFill>
        </p:grpSpPr>
        <p:sp>
          <p:nvSpPr>
            <p:cNvPr id="15" name="Freeform: Shape 14">
              <a:extLst>
                <a:ext uri="{FF2B5EF4-FFF2-40B4-BE49-F238E27FC236}">
                  <a16:creationId xmlns:a16="http://schemas.microsoft.com/office/drawing/2014/main" id="{C972EB4B-0539-4430-9340-8117B9D7C3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1" y="52996"/>
              <a:ext cx="6093361" cy="6805003"/>
            </a:xfrm>
            <a:custGeom>
              <a:avLst/>
              <a:gdLst>
                <a:gd name="connsiteX0" fmla="*/ 3391253 w 5890489"/>
                <a:gd name="connsiteY0" fmla="*/ 0 h 6578438"/>
                <a:gd name="connsiteX1" fmla="*/ 3434974 w 5890489"/>
                <a:gd name="connsiteY1" fmla="*/ 646 h 6578438"/>
                <a:gd name="connsiteX2" fmla="*/ 3522419 w 5890489"/>
                <a:gd name="connsiteY2" fmla="*/ 2712 h 6578438"/>
                <a:gd name="connsiteX3" fmla="*/ 3610261 w 5890489"/>
                <a:gd name="connsiteY3" fmla="*/ 6458 h 6578438"/>
                <a:gd name="connsiteX4" fmla="*/ 3786872 w 5890489"/>
                <a:gd name="connsiteY4" fmla="*/ 20667 h 6578438"/>
                <a:gd name="connsiteX5" fmla="*/ 3962291 w 5890489"/>
                <a:gd name="connsiteY5" fmla="*/ 43530 h 6578438"/>
                <a:gd name="connsiteX6" fmla="*/ 4135855 w 5890489"/>
                <a:gd name="connsiteY6" fmla="*/ 75176 h 6578438"/>
                <a:gd name="connsiteX7" fmla="*/ 4307299 w 5890489"/>
                <a:gd name="connsiteY7" fmla="*/ 114315 h 6578438"/>
                <a:gd name="connsiteX8" fmla="*/ 4476358 w 5890489"/>
                <a:gd name="connsiteY8" fmla="*/ 160816 h 6578438"/>
                <a:gd name="connsiteX9" fmla="*/ 4559829 w 5890489"/>
                <a:gd name="connsiteY9" fmla="*/ 186779 h 6578438"/>
                <a:gd name="connsiteX10" fmla="*/ 4642901 w 5890489"/>
                <a:gd name="connsiteY10" fmla="*/ 213648 h 6578438"/>
                <a:gd name="connsiteX11" fmla="*/ 5280847 w 5890489"/>
                <a:gd name="connsiteY11" fmla="*/ 485936 h 6578438"/>
                <a:gd name="connsiteX12" fmla="*/ 5865400 w 5890489"/>
                <a:gd name="connsiteY12" fmla="*/ 851099 h 6578438"/>
                <a:gd name="connsiteX13" fmla="*/ 5890489 w 5890489"/>
                <a:gd name="connsiteY13" fmla="*/ 870950 h 6578438"/>
                <a:gd name="connsiteX14" fmla="*/ 5890489 w 5890489"/>
                <a:gd name="connsiteY14" fmla="*/ 1321814 h 6578438"/>
                <a:gd name="connsiteX15" fmla="*/ 5887395 w 5890489"/>
                <a:gd name="connsiteY15" fmla="*/ 1318952 h 6578438"/>
                <a:gd name="connsiteX16" fmla="*/ 5830291 w 5890489"/>
                <a:gd name="connsiteY16" fmla="*/ 1265992 h 6578438"/>
                <a:gd name="connsiteX17" fmla="*/ 5815981 w 5890489"/>
                <a:gd name="connsiteY17" fmla="*/ 1252687 h 6578438"/>
                <a:gd name="connsiteX18" fmla="*/ 5801142 w 5890489"/>
                <a:gd name="connsiteY18" fmla="*/ 1240158 h 6578438"/>
                <a:gd name="connsiteX19" fmla="*/ 5771464 w 5890489"/>
                <a:gd name="connsiteY19" fmla="*/ 1214969 h 6578438"/>
                <a:gd name="connsiteX20" fmla="*/ 5651030 w 5890489"/>
                <a:gd name="connsiteY20" fmla="*/ 1115767 h 6578438"/>
                <a:gd name="connsiteX21" fmla="*/ 5123183 w 5890489"/>
                <a:gd name="connsiteY21" fmla="*/ 780443 h 6578438"/>
                <a:gd name="connsiteX22" fmla="*/ 4533860 w 5890489"/>
                <a:gd name="connsiteY22" fmla="*/ 567701 h 6578438"/>
                <a:gd name="connsiteX23" fmla="*/ 4457281 w 5890489"/>
                <a:gd name="connsiteY23" fmla="*/ 550780 h 6578438"/>
                <a:gd name="connsiteX24" fmla="*/ 4380568 w 5890489"/>
                <a:gd name="connsiteY24" fmla="*/ 535279 h 6578438"/>
                <a:gd name="connsiteX25" fmla="*/ 4303325 w 5890489"/>
                <a:gd name="connsiteY25" fmla="*/ 522879 h 6578438"/>
                <a:gd name="connsiteX26" fmla="*/ 4264769 w 5890489"/>
                <a:gd name="connsiteY26" fmla="*/ 516679 h 6578438"/>
                <a:gd name="connsiteX27" fmla="*/ 4226082 w 5890489"/>
                <a:gd name="connsiteY27" fmla="*/ 511253 h 6578438"/>
                <a:gd name="connsiteX28" fmla="*/ 4070934 w 5890489"/>
                <a:gd name="connsiteY28" fmla="*/ 494848 h 6578438"/>
                <a:gd name="connsiteX29" fmla="*/ 3915521 w 5890489"/>
                <a:gd name="connsiteY29" fmla="*/ 486065 h 6578438"/>
                <a:gd name="connsiteX30" fmla="*/ 3760241 w 5890489"/>
                <a:gd name="connsiteY30" fmla="*/ 484257 h 6578438"/>
                <a:gd name="connsiteX31" fmla="*/ 3682734 w 5890489"/>
                <a:gd name="connsiteY31" fmla="*/ 486581 h 6578438"/>
                <a:gd name="connsiteX32" fmla="*/ 3605491 w 5890489"/>
                <a:gd name="connsiteY32" fmla="*/ 488907 h 6578438"/>
                <a:gd name="connsiteX33" fmla="*/ 3527454 w 5890489"/>
                <a:gd name="connsiteY33" fmla="*/ 493169 h 6578438"/>
                <a:gd name="connsiteX34" fmla="*/ 3449151 w 5890489"/>
                <a:gd name="connsiteY34" fmla="*/ 498336 h 6578438"/>
                <a:gd name="connsiteX35" fmla="*/ 3410067 w 5890489"/>
                <a:gd name="connsiteY35" fmla="*/ 500532 h 6578438"/>
                <a:gd name="connsiteX36" fmla="*/ 3371246 w 5890489"/>
                <a:gd name="connsiteY36" fmla="*/ 504279 h 6578438"/>
                <a:gd name="connsiteX37" fmla="*/ 3293739 w 5890489"/>
                <a:gd name="connsiteY37" fmla="*/ 511512 h 6578438"/>
                <a:gd name="connsiteX38" fmla="*/ 2689445 w 5890489"/>
                <a:gd name="connsiteY38" fmla="*/ 610198 h 6578438"/>
                <a:gd name="connsiteX39" fmla="*/ 2117875 w 5890489"/>
                <a:gd name="connsiteY39" fmla="*/ 800335 h 6578438"/>
                <a:gd name="connsiteX40" fmla="*/ 1981276 w 5890489"/>
                <a:gd name="connsiteY40" fmla="*/ 865566 h 6578438"/>
                <a:gd name="connsiteX41" fmla="*/ 1847991 w 5890489"/>
                <a:gd name="connsiteY41" fmla="*/ 938676 h 6578438"/>
                <a:gd name="connsiteX42" fmla="*/ 1783069 w 5890489"/>
                <a:gd name="connsiteY42" fmla="*/ 978718 h 6578438"/>
                <a:gd name="connsiteX43" fmla="*/ 1750609 w 5890489"/>
                <a:gd name="connsiteY43" fmla="*/ 998869 h 6578438"/>
                <a:gd name="connsiteX44" fmla="*/ 1734312 w 5890489"/>
                <a:gd name="connsiteY44" fmla="*/ 1008945 h 6578438"/>
                <a:gd name="connsiteX45" fmla="*/ 1718547 w 5890489"/>
                <a:gd name="connsiteY45" fmla="*/ 1019924 h 6578438"/>
                <a:gd name="connsiteX46" fmla="*/ 1655481 w 5890489"/>
                <a:gd name="connsiteY46" fmla="*/ 1063582 h 6578438"/>
                <a:gd name="connsiteX47" fmla="*/ 1593077 w 5890489"/>
                <a:gd name="connsiteY47" fmla="*/ 1108664 h 6578438"/>
                <a:gd name="connsiteX48" fmla="*/ 1532263 w 5890489"/>
                <a:gd name="connsiteY48" fmla="*/ 1156197 h 6578438"/>
                <a:gd name="connsiteX49" fmla="*/ 1472509 w 5890489"/>
                <a:gd name="connsiteY49" fmla="*/ 1205152 h 6578438"/>
                <a:gd name="connsiteX50" fmla="*/ 1414212 w 5890489"/>
                <a:gd name="connsiteY50" fmla="*/ 1256175 h 6578438"/>
                <a:gd name="connsiteX51" fmla="*/ 1357242 w 5890489"/>
                <a:gd name="connsiteY51" fmla="*/ 1308359 h 6578438"/>
                <a:gd name="connsiteX52" fmla="*/ 1153072 w 5890489"/>
                <a:gd name="connsiteY52" fmla="*/ 1529498 h 6578438"/>
                <a:gd name="connsiteX53" fmla="*/ 1002694 w 5890489"/>
                <a:gd name="connsiteY53" fmla="*/ 1770658 h 6578438"/>
                <a:gd name="connsiteX54" fmla="*/ 974076 w 5890489"/>
                <a:gd name="connsiteY54" fmla="*/ 1835371 h 6578438"/>
                <a:gd name="connsiteX55" fmla="*/ 949564 w 5890489"/>
                <a:gd name="connsiteY55" fmla="*/ 1903573 h 6578438"/>
                <a:gd name="connsiteX56" fmla="*/ 927173 w 5890489"/>
                <a:gd name="connsiteY56" fmla="*/ 1974229 h 6578438"/>
                <a:gd name="connsiteX57" fmla="*/ 906107 w 5890489"/>
                <a:gd name="connsiteY57" fmla="*/ 2046952 h 6578438"/>
                <a:gd name="connsiteX58" fmla="*/ 751092 w 5890489"/>
                <a:gd name="connsiteY58" fmla="*/ 2676266 h 6578438"/>
                <a:gd name="connsiteX59" fmla="*/ 547189 w 5890489"/>
                <a:gd name="connsiteY59" fmla="*/ 3308422 h 6578438"/>
                <a:gd name="connsiteX60" fmla="*/ 441195 w 5890489"/>
                <a:gd name="connsiteY60" fmla="*/ 3866306 h 6578438"/>
                <a:gd name="connsiteX61" fmla="*/ 527182 w 5890489"/>
                <a:gd name="connsiteY61" fmla="*/ 4439174 h 6578438"/>
                <a:gd name="connsiteX62" fmla="*/ 775073 w 5890489"/>
                <a:gd name="connsiteY62" fmla="*/ 4987240 h 6578438"/>
                <a:gd name="connsiteX63" fmla="*/ 943206 w 5890489"/>
                <a:gd name="connsiteY63" fmla="*/ 5244933 h 6578438"/>
                <a:gd name="connsiteX64" fmla="*/ 1133728 w 5890489"/>
                <a:gd name="connsiteY64" fmla="*/ 5490356 h 6578438"/>
                <a:gd name="connsiteX65" fmla="*/ 1359626 w 5890489"/>
                <a:gd name="connsiteY65" fmla="*/ 5709815 h 6578438"/>
                <a:gd name="connsiteX66" fmla="*/ 1481254 w 5890489"/>
                <a:gd name="connsiteY66" fmla="*/ 5809146 h 6578438"/>
                <a:gd name="connsiteX67" fmla="*/ 1543260 w 5890489"/>
                <a:gd name="connsiteY67" fmla="*/ 5856940 h 6578438"/>
                <a:gd name="connsiteX68" fmla="*/ 1607518 w 5890489"/>
                <a:gd name="connsiteY68" fmla="*/ 5901374 h 6578438"/>
                <a:gd name="connsiteX69" fmla="*/ 2145566 w 5890489"/>
                <a:gd name="connsiteY69" fmla="*/ 6193814 h 6578438"/>
                <a:gd name="connsiteX70" fmla="*/ 2214991 w 5890489"/>
                <a:gd name="connsiteY70" fmla="*/ 6221844 h 6578438"/>
                <a:gd name="connsiteX71" fmla="*/ 2249307 w 5890489"/>
                <a:gd name="connsiteY71" fmla="*/ 6236182 h 6578438"/>
                <a:gd name="connsiteX72" fmla="*/ 2284285 w 5890489"/>
                <a:gd name="connsiteY72" fmla="*/ 6248711 h 6578438"/>
                <a:gd name="connsiteX73" fmla="*/ 2354241 w 5890489"/>
                <a:gd name="connsiteY73" fmla="*/ 6273124 h 6578438"/>
                <a:gd name="connsiteX74" fmla="*/ 2371597 w 5890489"/>
                <a:gd name="connsiteY74" fmla="*/ 6279324 h 6578438"/>
                <a:gd name="connsiteX75" fmla="*/ 2387894 w 5890489"/>
                <a:gd name="connsiteY75" fmla="*/ 6287719 h 6578438"/>
                <a:gd name="connsiteX76" fmla="*/ 2421414 w 5890489"/>
                <a:gd name="connsiteY76" fmla="*/ 6302186 h 6578438"/>
                <a:gd name="connsiteX77" fmla="*/ 2489117 w 5890489"/>
                <a:gd name="connsiteY77" fmla="*/ 6329441 h 6578438"/>
                <a:gd name="connsiteX78" fmla="*/ 2522902 w 5890489"/>
                <a:gd name="connsiteY78" fmla="*/ 6343134 h 6578438"/>
                <a:gd name="connsiteX79" fmla="*/ 2556953 w 5890489"/>
                <a:gd name="connsiteY79" fmla="*/ 6356051 h 6578438"/>
                <a:gd name="connsiteX80" fmla="*/ 2695009 w 5890489"/>
                <a:gd name="connsiteY80" fmla="*/ 6401905 h 6578438"/>
                <a:gd name="connsiteX81" fmla="*/ 3268035 w 5890489"/>
                <a:gd name="connsiteY81" fmla="*/ 6501238 h 6578438"/>
                <a:gd name="connsiteX82" fmla="*/ 3341038 w 5890489"/>
                <a:gd name="connsiteY82" fmla="*/ 6506145 h 6578438"/>
                <a:gd name="connsiteX83" fmla="*/ 3414703 w 5890489"/>
                <a:gd name="connsiteY83" fmla="*/ 6507050 h 6578438"/>
                <a:gd name="connsiteX84" fmla="*/ 3488237 w 5890489"/>
                <a:gd name="connsiteY84" fmla="*/ 6508212 h 6578438"/>
                <a:gd name="connsiteX85" fmla="*/ 3524142 w 5890489"/>
                <a:gd name="connsiteY85" fmla="*/ 6507955 h 6578438"/>
                <a:gd name="connsiteX86" fmla="*/ 3559252 w 5890489"/>
                <a:gd name="connsiteY86" fmla="*/ 6506921 h 6578438"/>
                <a:gd name="connsiteX87" fmla="*/ 3629207 w 5890489"/>
                <a:gd name="connsiteY87" fmla="*/ 6503045 h 6578438"/>
                <a:gd name="connsiteX88" fmla="*/ 3698633 w 5890489"/>
                <a:gd name="connsiteY88" fmla="*/ 6496845 h 6578438"/>
                <a:gd name="connsiteX89" fmla="*/ 3733213 w 5890489"/>
                <a:gd name="connsiteY89" fmla="*/ 6493357 h 6578438"/>
                <a:gd name="connsiteX90" fmla="*/ 3767529 w 5890489"/>
                <a:gd name="connsiteY90" fmla="*/ 6488707 h 6578438"/>
                <a:gd name="connsiteX91" fmla="*/ 3801845 w 5890489"/>
                <a:gd name="connsiteY91" fmla="*/ 6484057 h 6578438"/>
                <a:gd name="connsiteX92" fmla="*/ 3835895 w 5890489"/>
                <a:gd name="connsiteY92" fmla="*/ 6478116 h 6578438"/>
                <a:gd name="connsiteX93" fmla="*/ 4364801 w 5890489"/>
                <a:gd name="connsiteY93" fmla="*/ 6308517 h 6578438"/>
                <a:gd name="connsiteX94" fmla="*/ 4861379 w 5890489"/>
                <a:gd name="connsiteY94" fmla="*/ 6000576 h 6578438"/>
                <a:gd name="connsiteX95" fmla="*/ 5341263 w 5890489"/>
                <a:gd name="connsiteY95" fmla="*/ 5605834 h 6578438"/>
                <a:gd name="connsiteX96" fmla="*/ 5587301 w 5890489"/>
                <a:gd name="connsiteY96" fmla="*/ 5390379 h 6578438"/>
                <a:gd name="connsiteX97" fmla="*/ 5849105 w 5890489"/>
                <a:gd name="connsiteY97" fmla="*/ 5176344 h 6578438"/>
                <a:gd name="connsiteX98" fmla="*/ 5890489 w 5890489"/>
                <a:gd name="connsiteY98" fmla="*/ 5145260 h 6578438"/>
                <a:gd name="connsiteX99" fmla="*/ 5890489 w 5890489"/>
                <a:gd name="connsiteY99" fmla="*/ 5995323 h 6578438"/>
                <a:gd name="connsiteX100" fmla="*/ 5811477 w 5890489"/>
                <a:gd name="connsiteY100" fmla="*/ 6077819 h 6578438"/>
                <a:gd name="connsiteX101" fmla="*/ 5301384 w 5890489"/>
                <a:gd name="connsiteY101" fmla="*/ 6542958 h 6578438"/>
                <a:gd name="connsiteX102" fmla="*/ 5252008 w 5890489"/>
                <a:gd name="connsiteY102" fmla="*/ 6578438 h 6578438"/>
                <a:gd name="connsiteX103" fmla="*/ 1653730 w 5890489"/>
                <a:gd name="connsiteY103" fmla="*/ 6578438 h 6578438"/>
                <a:gd name="connsiteX104" fmla="*/ 1549768 w 5890489"/>
                <a:gd name="connsiteY104" fmla="*/ 6488821 h 6578438"/>
                <a:gd name="connsiteX105" fmla="*/ 1298282 w 5890489"/>
                <a:gd name="connsiteY105" fmla="*/ 6243932 h 6578438"/>
                <a:gd name="connsiteX106" fmla="*/ 1237999 w 5890489"/>
                <a:gd name="connsiteY106" fmla="*/ 6181671 h 6578438"/>
                <a:gd name="connsiteX107" fmla="*/ 1179967 w 5890489"/>
                <a:gd name="connsiteY107" fmla="*/ 6117862 h 6578438"/>
                <a:gd name="connsiteX108" fmla="*/ 1121936 w 5890489"/>
                <a:gd name="connsiteY108" fmla="*/ 6054569 h 6578438"/>
                <a:gd name="connsiteX109" fmla="*/ 1065628 w 5890489"/>
                <a:gd name="connsiteY109" fmla="*/ 5990243 h 6578438"/>
                <a:gd name="connsiteX110" fmla="*/ 954335 w 5890489"/>
                <a:gd name="connsiteY110" fmla="*/ 5861460 h 6578438"/>
                <a:gd name="connsiteX111" fmla="*/ 898953 w 5890489"/>
                <a:gd name="connsiteY111" fmla="*/ 5797393 h 6578438"/>
                <a:gd name="connsiteX112" fmla="*/ 842908 w 5890489"/>
                <a:gd name="connsiteY112" fmla="*/ 5733582 h 6578438"/>
                <a:gd name="connsiteX113" fmla="*/ 622442 w 5890489"/>
                <a:gd name="connsiteY113" fmla="*/ 5471884 h 6578438"/>
                <a:gd name="connsiteX114" fmla="*/ 425559 w 5890489"/>
                <a:gd name="connsiteY114" fmla="*/ 5190036 h 6578438"/>
                <a:gd name="connsiteX115" fmla="*/ 123877 w 5890489"/>
                <a:gd name="connsiteY115" fmla="*/ 4564210 h 6578438"/>
                <a:gd name="connsiteX116" fmla="*/ 130 w 5890489"/>
                <a:gd name="connsiteY116" fmla="*/ 3865530 h 6578438"/>
                <a:gd name="connsiteX117" fmla="*/ 30602 w 5890489"/>
                <a:gd name="connsiteY117" fmla="*/ 3505793 h 6578438"/>
                <a:gd name="connsiteX118" fmla="*/ 126924 w 5890489"/>
                <a:gd name="connsiteY118" fmla="*/ 3157164 h 6578438"/>
                <a:gd name="connsiteX119" fmla="*/ 334803 w 5890489"/>
                <a:gd name="connsiteY119" fmla="*/ 2560530 h 6578438"/>
                <a:gd name="connsiteX120" fmla="*/ 381176 w 5890489"/>
                <a:gd name="connsiteY120" fmla="*/ 2409144 h 6578438"/>
                <a:gd name="connsiteX121" fmla="*/ 425825 w 5890489"/>
                <a:gd name="connsiteY121" fmla="*/ 2255819 h 6578438"/>
                <a:gd name="connsiteX122" fmla="*/ 470210 w 5890489"/>
                <a:gd name="connsiteY122" fmla="*/ 2099523 h 6578438"/>
                <a:gd name="connsiteX123" fmla="*/ 492998 w 5890489"/>
                <a:gd name="connsiteY123" fmla="*/ 2020213 h 6578438"/>
                <a:gd name="connsiteX124" fmla="*/ 517509 w 5890489"/>
                <a:gd name="connsiteY124" fmla="*/ 1939224 h 6578438"/>
                <a:gd name="connsiteX125" fmla="*/ 544007 w 5890489"/>
                <a:gd name="connsiteY125" fmla="*/ 1857201 h 6578438"/>
                <a:gd name="connsiteX126" fmla="*/ 573288 w 5890489"/>
                <a:gd name="connsiteY126" fmla="*/ 1774274 h 6578438"/>
                <a:gd name="connsiteX127" fmla="*/ 606146 w 5890489"/>
                <a:gd name="connsiteY127" fmla="*/ 1690832 h 6578438"/>
                <a:gd name="connsiteX128" fmla="*/ 644569 w 5890489"/>
                <a:gd name="connsiteY128" fmla="*/ 1607775 h 6578438"/>
                <a:gd name="connsiteX129" fmla="*/ 837874 w 5890489"/>
                <a:gd name="connsiteY129" fmla="*/ 1297638 h 6578438"/>
                <a:gd name="connsiteX130" fmla="*/ 1069602 w 5890489"/>
                <a:gd name="connsiteY130" fmla="*/ 1032194 h 6578438"/>
                <a:gd name="connsiteX131" fmla="*/ 1130548 w 5890489"/>
                <a:gd name="connsiteY131" fmla="*/ 970839 h 6578438"/>
                <a:gd name="connsiteX132" fmla="*/ 1192024 w 5890489"/>
                <a:gd name="connsiteY132" fmla="*/ 910129 h 6578438"/>
                <a:gd name="connsiteX133" fmla="*/ 1255356 w 5890489"/>
                <a:gd name="connsiteY133" fmla="*/ 850841 h 6578438"/>
                <a:gd name="connsiteX134" fmla="*/ 1319614 w 5890489"/>
                <a:gd name="connsiteY134" fmla="*/ 792068 h 6578438"/>
                <a:gd name="connsiteX135" fmla="*/ 1385728 w 5890489"/>
                <a:gd name="connsiteY135" fmla="*/ 734975 h 6578438"/>
                <a:gd name="connsiteX136" fmla="*/ 1452768 w 5890489"/>
                <a:gd name="connsiteY136" fmla="*/ 678528 h 6578438"/>
                <a:gd name="connsiteX137" fmla="*/ 1469594 w 5890489"/>
                <a:gd name="connsiteY137" fmla="*/ 664449 h 6578438"/>
                <a:gd name="connsiteX138" fmla="*/ 1487083 w 5890489"/>
                <a:gd name="connsiteY138" fmla="*/ 651015 h 6578438"/>
                <a:gd name="connsiteX139" fmla="*/ 1522193 w 5890489"/>
                <a:gd name="connsiteY139" fmla="*/ 624277 h 6578438"/>
                <a:gd name="connsiteX140" fmla="*/ 1592415 w 5890489"/>
                <a:gd name="connsiteY140" fmla="*/ 570671 h 6578438"/>
                <a:gd name="connsiteX141" fmla="*/ 1738287 w 5890489"/>
                <a:gd name="connsiteY141" fmla="*/ 469402 h 6578438"/>
                <a:gd name="connsiteX142" fmla="*/ 1890918 w 5890489"/>
                <a:gd name="connsiteY142" fmla="*/ 376530 h 6578438"/>
                <a:gd name="connsiteX143" fmla="*/ 2555363 w 5890489"/>
                <a:gd name="connsiteY143" fmla="*/ 105274 h 6578438"/>
                <a:gd name="connsiteX144" fmla="*/ 3259291 w 5890489"/>
                <a:gd name="connsiteY144" fmla="*/ 3229 h 6578438"/>
                <a:gd name="connsiteX145" fmla="*/ 3347265 w 5890489"/>
                <a:gd name="connsiteY145" fmla="*/ 903 h 6578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Lst>
              <a:rect l="l" t="t" r="r" b="b"/>
              <a:pathLst>
                <a:path w="5890489" h="6578438">
                  <a:moveTo>
                    <a:pt x="3391253" y="0"/>
                  </a:moveTo>
                  <a:lnTo>
                    <a:pt x="3434974" y="646"/>
                  </a:lnTo>
                  <a:lnTo>
                    <a:pt x="3522419" y="2712"/>
                  </a:lnTo>
                  <a:cubicBezTo>
                    <a:pt x="3551567" y="3488"/>
                    <a:pt x="3580451" y="3746"/>
                    <a:pt x="3610261" y="6458"/>
                  </a:cubicBezTo>
                  <a:cubicBezTo>
                    <a:pt x="3669353" y="10850"/>
                    <a:pt x="3728179" y="14337"/>
                    <a:pt x="3786872" y="20667"/>
                  </a:cubicBezTo>
                  <a:lnTo>
                    <a:pt x="3962291" y="43530"/>
                  </a:lnTo>
                  <a:lnTo>
                    <a:pt x="4135855" y="75176"/>
                  </a:lnTo>
                  <a:cubicBezTo>
                    <a:pt x="4193224" y="87836"/>
                    <a:pt x="4250328" y="101398"/>
                    <a:pt x="4307299" y="114315"/>
                  </a:cubicBezTo>
                  <a:cubicBezTo>
                    <a:pt x="4364139" y="128394"/>
                    <a:pt x="4420050" y="145575"/>
                    <a:pt x="4476358" y="160816"/>
                  </a:cubicBezTo>
                  <a:cubicBezTo>
                    <a:pt x="4504580" y="167921"/>
                    <a:pt x="4532138" y="177995"/>
                    <a:pt x="4559829" y="186779"/>
                  </a:cubicBezTo>
                  <a:lnTo>
                    <a:pt x="4642901" y="213648"/>
                  </a:lnTo>
                  <a:cubicBezTo>
                    <a:pt x="4863234" y="288307"/>
                    <a:pt x="5076414" y="379371"/>
                    <a:pt x="5280847" y="485936"/>
                  </a:cubicBezTo>
                  <a:cubicBezTo>
                    <a:pt x="5485018" y="592631"/>
                    <a:pt x="5681768" y="713145"/>
                    <a:pt x="5865400" y="851099"/>
                  </a:cubicBezTo>
                  <a:lnTo>
                    <a:pt x="5890489" y="870950"/>
                  </a:lnTo>
                  <a:lnTo>
                    <a:pt x="5890489" y="1321814"/>
                  </a:lnTo>
                  <a:lnTo>
                    <a:pt x="5887395" y="1318952"/>
                  </a:lnTo>
                  <a:lnTo>
                    <a:pt x="5830291" y="1265992"/>
                  </a:lnTo>
                  <a:lnTo>
                    <a:pt x="5815981" y="1252687"/>
                  </a:lnTo>
                  <a:lnTo>
                    <a:pt x="5801142" y="1240158"/>
                  </a:lnTo>
                  <a:lnTo>
                    <a:pt x="5771464" y="1214969"/>
                  </a:lnTo>
                  <a:cubicBezTo>
                    <a:pt x="5731849" y="1181385"/>
                    <a:pt x="5692897" y="1146896"/>
                    <a:pt x="5651030" y="1115767"/>
                  </a:cubicBezTo>
                  <a:cubicBezTo>
                    <a:pt x="5487534" y="986985"/>
                    <a:pt x="5311321" y="872542"/>
                    <a:pt x="5123183" y="780443"/>
                  </a:cubicBezTo>
                  <a:cubicBezTo>
                    <a:pt x="4935309" y="688087"/>
                    <a:pt x="4737102" y="616398"/>
                    <a:pt x="4533860" y="567701"/>
                  </a:cubicBezTo>
                  <a:lnTo>
                    <a:pt x="4457281" y="550780"/>
                  </a:lnTo>
                  <a:cubicBezTo>
                    <a:pt x="4431709" y="545484"/>
                    <a:pt x="4406536" y="538896"/>
                    <a:pt x="4380568" y="535279"/>
                  </a:cubicBezTo>
                  <a:lnTo>
                    <a:pt x="4303325" y="522879"/>
                  </a:lnTo>
                  <a:lnTo>
                    <a:pt x="4264769" y="516679"/>
                  </a:lnTo>
                  <a:cubicBezTo>
                    <a:pt x="4251918" y="514612"/>
                    <a:pt x="4239067" y="512415"/>
                    <a:pt x="4226082" y="511253"/>
                  </a:cubicBezTo>
                  <a:cubicBezTo>
                    <a:pt x="4174145" y="505829"/>
                    <a:pt x="4122606" y="499498"/>
                    <a:pt x="4070934" y="494848"/>
                  </a:cubicBezTo>
                  <a:lnTo>
                    <a:pt x="3915521" y="486065"/>
                  </a:lnTo>
                  <a:lnTo>
                    <a:pt x="3760241" y="484257"/>
                  </a:lnTo>
                  <a:cubicBezTo>
                    <a:pt x="3734405" y="483869"/>
                    <a:pt x="3708571" y="485936"/>
                    <a:pt x="3682734" y="486581"/>
                  </a:cubicBezTo>
                  <a:lnTo>
                    <a:pt x="3605491" y="488907"/>
                  </a:lnTo>
                  <a:cubicBezTo>
                    <a:pt x="3579921" y="489165"/>
                    <a:pt x="3553555" y="491490"/>
                    <a:pt x="3527454" y="493169"/>
                  </a:cubicBezTo>
                  <a:lnTo>
                    <a:pt x="3449151" y="498336"/>
                  </a:lnTo>
                  <a:lnTo>
                    <a:pt x="3410067" y="500532"/>
                  </a:lnTo>
                  <a:lnTo>
                    <a:pt x="3371246" y="504279"/>
                  </a:lnTo>
                  <a:cubicBezTo>
                    <a:pt x="3345410" y="506862"/>
                    <a:pt x="3319575" y="509315"/>
                    <a:pt x="3293739" y="511512"/>
                  </a:cubicBezTo>
                  <a:cubicBezTo>
                    <a:pt x="3087450" y="531662"/>
                    <a:pt x="2885531" y="563180"/>
                    <a:pt x="2689445" y="610198"/>
                  </a:cubicBezTo>
                  <a:cubicBezTo>
                    <a:pt x="2493357" y="657344"/>
                    <a:pt x="2302303" y="719088"/>
                    <a:pt x="2117875" y="800335"/>
                  </a:cubicBezTo>
                  <a:cubicBezTo>
                    <a:pt x="2072298" y="821648"/>
                    <a:pt x="2026854" y="843606"/>
                    <a:pt x="1981276" y="865566"/>
                  </a:cubicBezTo>
                  <a:cubicBezTo>
                    <a:pt x="1937025" y="889978"/>
                    <a:pt x="1891978" y="913229"/>
                    <a:pt x="1847991" y="938676"/>
                  </a:cubicBezTo>
                  <a:lnTo>
                    <a:pt x="1783069" y="978718"/>
                  </a:lnTo>
                  <a:lnTo>
                    <a:pt x="1750609" y="998869"/>
                  </a:lnTo>
                  <a:lnTo>
                    <a:pt x="1734312" y="1008945"/>
                  </a:lnTo>
                  <a:lnTo>
                    <a:pt x="1718547" y="1019924"/>
                  </a:lnTo>
                  <a:lnTo>
                    <a:pt x="1655481" y="1063582"/>
                  </a:lnTo>
                  <a:cubicBezTo>
                    <a:pt x="1634414" y="1078178"/>
                    <a:pt x="1612950" y="1092259"/>
                    <a:pt x="1593077" y="1108664"/>
                  </a:cubicBezTo>
                  <a:lnTo>
                    <a:pt x="1532263" y="1156197"/>
                  </a:lnTo>
                  <a:cubicBezTo>
                    <a:pt x="1511992" y="1172085"/>
                    <a:pt x="1491587" y="1187844"/>
                    <a:pt x="1472509" y="1205152"/>
                  </a:cubicBezTo>
                  <a:lnTo>
                    <a:pt x="1414212" y="1256175"/>
                  </a:lnTo>
                  <a:cubicBezTo>
                    <a:pt x="1395001" y="1273354"/>
                    <a:pt x="1375127" y="1290147"/>
                    <a:pt x="1357242" y="1308359"/>
                  </a:cubicBezTo>
                  <a:cubicBezTo>
                    <a:pt x="1283178" y="1379532"/>
                    <a:pt x="1212163" y="1452513"/>
                    <a:pt x="1153072" y="1529498"/>
                  </a:cubicBezTo>
                  <a:cubicBezTo>
                    <a:pt x="1090933" y="1605578"/>
                    <a:pt x="1043501" y="1685794"/>
                    <a:pt x="1002694" y="1770658"/>
                  </a:cubicBezTo>
                  <a:lnTo>
                    <a:pt x="974076" y="1835371"/>
                  </a:lnTo>
                  <a:lnTo>
                    <a:pt x="949564" y="1903573"/>
                  </a:lnTo>
                  <a:cubicBezTo>
                    <a:pt x="940820" y="1925661"/>
                    <a:pt x="934593" y="1950719"/>
                    <a:pt x="927173" y="1974229"/>
                  </a:cubicBezTo>
                  <a:cubicBezTo>
                    <a:pt x="920019" y="1998254"/>
                    <a:pt x="912468" y="2021504"/>
                    <a:pt x="906107" y="2046952"/>
                  </a:cubicBezTo>
                  <a:cubicBezTo>
                    <a:pt x="853906" y="2245614"/>
                    <a:pt x="809918" y="2463136"/>
                    <a:pt x="751092" y="2676266"/>
                  </a:cubicBezTo>
                  <a:cubicBezTo>
                    <a:pt x="693458" y="2889912"/>
                    <a:pt x="624166" y="3100976"/>
                    <a:pt x="547189" y="3308422"/>
                  </a:cubicBezTo>
                  <a:cubicBezTo>
                    <a:pt x="479617" y="3487580"/>
                    <a:pt x="444109" y="3675523"/>
                    <a:pt x="441195" y="3866306"/>
                  </a:cubicBezTo>
                  <a:cubicBezTo>
                    <a:pt x="438014" y="4057089"/>
                    <a:pt x="469282" y="4250456"/>
                    <a:pt x="527182" y="4439174"/>
                  </a:cubicBezTo>
                  <a:cubicBezTo>
                    <a:pt x="584815" y="4628278"/>
                    <a:pt x="671067" y="4811828"/>
                    <a:pt x="775073" y="4987240"/>
                  </a:cubicBezTo>
                  <a:cubicBezTo>
                    <a:pt x="827009" y="5075075"/>
                    <a:pt x="884246" y="5160327"/>
                    <a:pt x="943206" y="5244933"/>
                  </a:cubicBezTo>
                  <a:cubicBezTo>
                    <a:pt x="1002296" y="5329411"/>
                    <a:pt x="1064964" y="5412337"/>
                    <a:pt x="1133728" y="5490356"/>
                  </a:cubicBezTo>
                  <a:cubicBezTo>
                    <a:pt x="1203949" y="5567728"/>
                    <a:pt x="1279337" y="5642259"/>
                    <a:pt x="1359626" y="5709815"/>
                  </a:cubicBezTo>
                  <a:cubicBezTo>
                    <a:pt x="1398711" y="5744949"/>
                    <a:pt x="1439916" y="5777241"/>
                    <a:pt x="1481254" y="5809146"/>
                  </a:cubicBezTo>
                  <a:cubicBezTo>
                    <a:pt x="1501922" y="5825163"/>
                    <a:pt x="1522325" y="5841309"/>
                    <a:pt x="1543260" y="5856940"/>
                  </a:cubicBezTo>
                  <a:cubicBezTo>
                    <a:pt x="1564591" y="5871923"/>
                    <a:pt x="1585921" y="5886777"/>
                    <a:pt x="1607518" y="5901374"/>
                  </a:cubicBezTo>
                  <a:cubicBezTo>
                    <a:pt x="1778565" y="6019693"/>
                    <a:pt x="1961271" y="6115924"/>
                    <a:pt x="2145566" y="6193814"/>
                  </a:cubicBezTo>
                  <a:lnTo>
                    <a:pt x="2214991" y="6221844"/>
                  </a:lnTo>
                  <a:lnTo>
                    <a:pt x="2249307" y="6236182"/>
                  </a:lnTo>
                  <a:cubicBezTo>
                    <a:pt x="2260702" y="6241089"/>
                    <a:pt x="2272625" y="6244577"/>
                    <a:pt x="2284285" y="6248711"/>
                  </a:cubicBezTo>
                  <a:lnTo>
                    <a:pt x="2354241" y="6273124"/>
                  </a:lnTo>
                  <a:cubicBezTo>
                    <a:pt x="2360070" y="6275190"/>
                    <a:pt x="2365899" y="6277128"/>
                    <a:pt x="2371597" y="6279324"/>
                  </a:cubicBezTo>
                  <a:cubicBezTo>
                    <a:pt x="2377161" y="6281778"/>
                    <a:pt x="2382329" y="6285007"/>
                    <a:pt x="2387894" y="6287719"/>
                  </a:cubicBezTo>
                  <a:cubicBezTo>
                    <a:pt x="2398757" y="6293274"/>
                    <a:pt x="2410153" y="6297666"/>
                    <a:pt x="2421414" y="6302186"/>
                  </a:cubicBezTo>
                  <a:lnTo>
                    <a:pt x="2489117" y="6329441"/>
                  </a:lnTo>
                  <a:lnTo>
                    <a:pt x="2522902" y="6343134"/>
                  </a:lnTo>
                  <a:cubicBezTo>
                    <a:pt x="2534165" y="6347654"/>
                    <a:pt x="2545294" y="6352563"/>
                    <a:pt x="2556953" y="6356051"/>
                  </a:cubicBezTo>
                  <a:lnTo>
                    <a:pt x="2695009" y="6401905"/>
                  </a:lnTo>
                  <a:cubicBezTo>
                    <a:pt x="2880895" y="6457190"/>
                    <a:pt x="3073141" y="6489095"/>
                    <a:pt x="3268035" y="6501238"/>
                  </a:cubicBezTo>
                  <a:cubicBezTo>
                    <a:pt x="3292413" y="6502659"/>
                    <a:pt x="3316527" y="6505629"/>
                    <a:pt x="3341038" y="6506145"/>
                  </a:cubicBezTo>
                  <a:lnTo>
                    <a:pt x="3414703" y="6507050"/>
                  </a:lnTo>
                  <a:lnTo>
                    <a:pt x="3488237" y="6508212"/>
                  </a:lnTo>
                  <a:cubicBezTo>
                    <a:pt x="3500690" y="6508729"/>
                    <a:pt x="3512483" y="6508471"/>
                    <a:pt x="3524142" y="6507955"/>
                  </a:cubicBezTo>
                  <a:lnTo>
                    <a:pt x="3559252" y="6506921"/>
                  </a:lnTo>
                  <a:cubicBezTo>
                    <a:pt x="3582835" y="6506792"/>
                    <a:pt x="3605889" y="6504467"/>
                    <a:pt x="3629207" y="6503045"/>
                  </a:cubicBezTo>
                  <a:cubicBezTo>
                    <a:pt x="3652526" y="6502012"/>
                    <a:pt x="3675579" y="6499171"/>
                    <a:pt x="3698633" y="6496845"/>
                  </a:cubicBezTo>
                  <a:cubicBezTo>
                    <a:pt x="3710160" y="6495683"/>
                    <a:pt x="3721819" y="6494907"/>
                    <a:pt x="3733213" y="6493357"/>
                  </a:cubicBezTo>
                  <a:lnTo>
                    <a:pt x="3767529" y="6488707"/>
                  </a:lnTo>
                  <a:lnTo>
                    <a:pt x="3801845" y="6484057"/>
                  </a:lnTo>
                  <a:lnTo>
                    <a:pt x="3835895" y="6478116"/>
                  </a:lnTo>
                  <a:cubicBezTo>
                    <a:pt x="4017673" y="6446727"/>
                    <a:pt x="4194152" y="6390281"/>
                    <a:pt x="4364801" y="6308517"/>
                  </a:cubicBezTo>
                  <a:cubicBezTo>
                    <a:pt x="4535583" y="6227139"/>
                    <a:pt x="4700138" y="6120962"/>
                    <a:pt x="4861379" y="6000576"/>
                  </a:cubicBezTo>
                  <a:cubicBezTo>
                    <a:pt x="5022621" y="5879931"/>
                    <a:pt x="5180684" y="5745337"/>
                    <a:pt x="5341263" y="5605834"/>
                  </a:cubicBezTo>
                  <a:lnTo>
                    <a:pt x="5587301" y="5390379"/>
                  </a:lnTo>
                  <a:cubicBezTo>
                    <a:pt x="5674216" y="5315718"/>
                    <a:pt x="5761527" y="5244416"/>
                    <a:pt x="5849105" y="5176344"/>
                  </a:cubicBezTo>
                  <a:lnTo>
                    <a:pt x="5890489" y="5145260"/>
                  </a:lnTo>
                  <a:lnTo>
                    <a:pt x="5890489" y="5995323"/>
                  </a:lnTo>
                  <a:lnTo>
                    <a:pt x="5811477" y="6077819"/>
                  </a:lnTo>
                  <a:cubicBezTo>
                    <a:pt x="5654739" y="6238377"/>
                    <a:pt x="5487138" y="6396093"/>
                    <a:pt x="5301384" y="6542958"/>
                  </a:cubicBezTo>
                  <a:lnTo>
                    <a:pt x="5252008" y="6578438"/>
                  </a:lnTo>
                  <a:lnTo>
                    <a:pt x="1653730" y="6578438"/>
                  </a:lnTo>
                  <a:lnTo>
                    <a:pt x="1549768" y="6488821"/>
                  </a:lnTo>
                  <a:cubicBezTo>
                    <a:pt x="1461976" y="6409495"/>
                    <a:pt x="1378573" y="6327182"/>
                    <a:pt x="1298282" y="6243932"/>
                  </a:cubicBezTo>
                  <a:cubicBezTo>
                    <a:pt x="1278277" y="6223006"/>
                    <a:pt x="1258138" y="6202210"/>
                    <a:pt x="1237999" y="6181671"/>
                  </a:cubicBezTo>
                  <a:lnTo>
                    <a:pt x="1179967" y="6117862"/>
                  </a:lnTo>
                  <a:lnTo>
                    <a:pt x="1121936" y="6054569"/>
                  </a:lnTo>
                  <a:cubicBezTo>
                    <a:pt x="1102328" y="6033644"/>
                    <a:pt x="1084573" y="6011427"/>
                    <a:pt x="1065628" y="5990243"/>
                  </a:cubicBezTo>
                  <a:cubicBezTo>
                    <a:pt x="1028662" y="5947099"/>
                    <a:pt x="990239" y="5904991"/>
                    <a:pt x="954335" y="5861460"/>
                  </a:cubicBezTo>
                  <a:cubicBezTo>
                    <a:pt x="936050" y="5840018"/>
                    <a:pt x="917634" y="5818446"/>
                    <a:pt x="898953" y="5797393"/>
                  </a:cubicBezTo>
                  <a:cubicBezTo>
                    <a:pt x="880404" y="5776208"/>
                    <a:pt x="861325" y="5755412"/>
                    <a:pt x="842908" y="5733582"/>
                  </a:cubicBezTo>
                  <a:cubicBezTo>
                    <a:pt x="767919" y="5647942"/>
                    <a:pt x="693061" y="5561786"/>
                    <a:pt x="622442" y="5471884"/>
                  </a:cubicBezTo>
                  <a:cubicBezTo>
                    <a:pt x="551559" y="5382112"/>
                    <a:pt x="486639" y="5287430"/>
                    <a:pt x="425559" y="5190036"/>
                  </a:cubicBezTo>
                  <a:cubicBezTo>
                    <a:pt x="303668" y="4994990"/>
                    <a:pt x="200193" y="4786123"/>
                    <a:pt x="123877" y="4564210"/>
                  </a:cubicBezTo>
                  <a:cubicBezTo>
                    <a:pt x="47694" y="4342555"/>
                    <a:pt x="2249" y="4106045"/>
                    <a:pt x="130" y="3865530"/>
                  </a:cubicBezTo>
                  <a:cubicBezTo>
                    <a:pt x="-1328" y="3745403"/>
                    <a:pt x="9537" y="3624629"/>
                    <a:pt x="30602" y="3505793"/>
                  </a:cubicBezTo>
                  <a:cubicBezTo>
                    <a:pt x="51802" y="3386828"/>
                    <a:pt x="84659" y="3270059"/>
                    <a:pt x="126924" y="3157164"/>
                  </a:cubicBezTo>
                  <a:cubicBezTo>
                    <a:pt x="200457" y="2959276"/>
                    <a:pt x="271737" y="2761388"/>
                    <a:pt x="334803" y="2560530"/>
                  </a:cubicBezTo>
                  <a:lnTo>
                    <a:pt x="381176" y="2409144"/>
                  </a:lnTo>
                  <a:lnTo>
                    <a:pt x="425825" y="2255819"/>
                  </a:lnTo>
                  <a:lnTo>
                    <a:pt x="470210" y="2099523"/>
                  </a:lnTo>
                  <a:lnTo>
                    <a:pt x="492998" y="2020213"/>
                  </a:lnTo>
                  <a:lnTo>
                    <a:pt x="517509" y="1939224"/>
                  </a:lnTo>
                  <a:cubicBezTo>
                    <a:pt x="525061" y="1912485"/>
                    <a:pt x="534866" y="1884586"/>
                    <a:pt x="544007" y="1857201"/>
                  </a:cubicBezTo>
                  <a:cubicBezTo>
                    <a:pt x="553680" y="1829559"/>
                    <a:pt x="561496" y="1802304"/>
                    <a:pt x="573288" y="1774274"/>
                  </a:cubicBezTo>
                  <a:lnTo>
                    <a:pt x="606146" y="1690832"/>
                  </a:lnTo>
                  <a:cubicBezTo>
                    <a:pt x="618467" y="1663060"/>
                    <a:pt x="631716" y="1635417"/>
                    <a:pt x="644569" y="1607775"/>
                  </a:cubicBezTo>
                  <a:cubicBezTo>
                    <a:pt x="698625" y="1498368"/>
                    <a:pt x="763413" y="1391287"/>
                    <a:pt x="837874" y="1297638"/>
                  </a:cubicBezTo>
                  <a:cubicBezTo>
                    <a:pt x="910348" y="1201278"/>
                    <a:pt x="990107" y="1115897"/>
                    <a:pt x="1069602" y="1032194"/>
                  </a:cubicBezTo>
                  <a:cubicBezTo>
                    <a:pt x="1089079" y="1010624"/>
                    <a:pt x="1110012" y="990990"/>
                    <a:pt x="1130548" y="970839"/>
                  </a:cubicBezTo>
                  <a:lnTo>
                    <a:pt x="1192024" y="910129"/>
                  </a:lnTo>
                  <a:cubicBezTo>
                    <a:pt x="1212031" y="889462"/>
                    <a:pt x="1234024" y="870475"/>
                    <a:pt x="1255356" y="850841"/>
                  </a:cubicBezTo>
                  <a:lnTo>
                    <a:pt x="1319614" y="792068"/>
                  </a:lnTo>
                  <a:cubicBezTo>
                    <a:pt x="1340680" y="772176"/>
                    <a:pt x="1363469" y="753834"/>
                    <a:pt x="1385728" y="734975"/>
                  </a:cubicBezTo>
                  <a:lnTo>
                    <a:pt x="1452768" y="678528"/>
                  </a:lnTo>
                  <a:lnTo>
                    <a:pt x="1469594" y="664449"/>
                  </a:lnTo>
                  <a:lnTo>
                    <a:pt x="1487083" y="651015"/>
                  </a:lnTo>
                  <a:lnTo>
                    <a:pt x="1522193" y="624277"/>
                  </a:lnTo>
                  <a:lnTo>
                    <a:pt x="1592415" y="570671"/>
                  </a:lnTo>
                  <a:cubicBezTo>
                    <a:pt x="1640110" y="535925"/>
                    <a:pt x="1689531" y="503245"/>
                    <a:pt x="1738287" y="469402"/>
                  </a:cubicBezTo>
                  <a:cubicBezTo>
                    <a:pt x="1788634" y="438015"/>
                    <a:pt x="1839643" y="407013"/>
                    <a:pt x="1890918" y="376530"/>
                  </a:cubicBezTo>
                  <a:cubicBezTo>
                    <a:pt x="2098400" y="258209"/>
                    <a:pt x="2323503" y="166241"/>
                    <a:pt x="2555363" y="105274"/>
                  </a:cubicBezTo>
                  <a:cubicBezTo>
                    <a:pt x="2787223" y="44047"/>
                    <a:pt x="3024516" y="12013"/>
                    <a:pt x="3259291" y="3229"/>
                  </a:cubicBezTo>
                  <a:lnTo>
                    <a:pt x="3347265" y="903"/>
                  </a:ln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ACA5348F-9FF6-485F-898D-1BED7EC727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5999" y="52997"/>
              <a:ext cx="6093363" cy="6805004"/>
            </a:xfrm>
            <a:custGeom>
              <a:avLst/>
              <a:gdLst>
                <a:gd name="connsiteX0" fmla="*/ 3517682 w 5890491"/>
                <a:gd name="connsiteY0" fmla="*/ 0 h 6578439"/>
                <a:gd name="connsiteX1" fmla="*/ 5849513 w 5890491"/>
                <a:gd name="connsiteY1" fmla="*/ 841730 h 6578439"/>
                <a:gd name="connsiteX2" fmla="*/ 5890491 w 5890491"/>
                <a:gd name="connsiteY2" fmla="*/ 879061 h 6578439"/>
                <a:gd name="connsiteX3" fmla="*/ 5890491 w 5890491"/>
                <a:gd name="connsiteY3" fmla="*/ 2034114 h 6578439"/>
                <a:gd name="connsiteX4" fmla="*/ 5757065 w 5890491"/>
                <a:gd name="connsiteY4" fmla="*/ 1854938 h 6578439"/>
                <a:gd name="connsiteX5" fmla="*/ 5564060 w 5890491"/>
                <a:gd name="connsiteY5" fmla="*/ 1642182 h 6578439"/>
                <a:gd name="connsiteX6" fmla="*/ 3517551 w 5890491"/>
                <a:gd name="connsiteY6" fmla="*/ 790012 h 6578439"/>
                <a:gd name="connsiteX7" fmla="*/ 1611552 w 5890491"/>
                <a:gd name="connsiteY7" fmla="*/ 1543282 h 6578439"/>
                <a:gd name="connsiteX8" fmla="*/ 1340656 w 5890491"/>
                <a:gd name="connsiteY8" fmla="*/ 1897925 h 6578439"/>
                <a:gd name="connsiteX9" fmla="*/ 1201705 w 5890491"/>
                <a:gd name="connsiteY9" fmla="*/ 2361213 h 6578439"/>
                <a:gd name="connsiteX10" fmla="*/ 852705 w 5890491"/>
                <a:gd name="connsiteY10" fmla="*/ 3529176 h 6578439"/>
                <a:gd name="connsiteX11" fmla="*/ 863863 w 5890491"/>
                <a:gd name="connsiteY11" fmla="*/ 4437051 h 6578439"/>
                <a:gd name="connsiteX12" fmla="*/ 1413569 w 5890491"/>
                <a:gd name="connsiteY12" fmla="*/ 5357174 h 6578439"/>
                <a:gd name="connsiteX13" fmla="*/ 2339129 w 5890491"/>
                <a:gd name="connsiteY13" fmla="*/ 6143367 h 6578439"/>
                <a:gd name="connsiteX14" fmla="*/ 3439449 w 5890491"/>
                <a:gd name="connsiteY14" fmla="*/ 6420049 h 6578439"/>
                <a:gd name="connsiteX15" fmla="*/ 5251388 w 5890491"/>
                <a:gd name="connsiteY15" fmla="*/ 5349009 h 6578439"/>
                <a:gd name="connsiteX16" fmla="*/ 5657731 w 5890491"/>
                <a:gd name="connsiteY16" fmla="*/ 4959205 h 6578439"/>
                <a:gd name="connsiteX17" fmla="*/ 5836127 w 5890491"/>
                <a:gd name="connsiteY17" fmla="*/ 4792052 h 6578439"/>
                <a:gd name="connsiteX18" fmla="*/ 5890491 w 5890491"/>
                <a:gd name="connsiteY18" fmla="*/ 4738662 h 6578439"/>
                <a:gd name="connsiteX19" fmla="*/ 5890491 w 5890491"/>
                <a:gd name="connsiteY19" fmla="*/ 5821964 h 6578439"/>
                <a:gd name="connsiteX20" fmla="*/ 5802001 w 5890491"/>
                <a:gd name="connsiteY20" fmla="*/ 5907904 h 6578439"/>
                <a:gd name="connsiteX21" fmla="*/ 5294358 w 5890491"/>
                <a:gd name="connsiteY21" fmla="*/ 6397505 h 6578439"/>
                <a:gd name="connsiteX22" fmla="*/ 5077178 w 5890491"/>
                <a:gd name="connsiteY22" fmla="*/ 6578439 h 6578439"/>
                <a:gd name="connsiteX23" fmla="*/ 1567290 w 5890491"/>
                <a:gd name="connsiteY23" fmla="*/ 6578439 h 6578439"/>
                <a:gd name="connsiteX24" fmla="*/ 1508588 w 5890491"/>
                <a:gd name="connsiteY24" fmla="*/ 6535186 h 6578439"/>
                <a:gd name="connsiteX25" fmla="*/ 826498 w 5890491"/>
                <a:gd name="connsiteY25" fmla="*/ 5876034 h 6578439"/>
                <a:gd name="connsiteX26" fmla="*/ 122403 w 5890491"/>
                <a:gd name="connsiteY26" fmla="*/ 3255655 h 6578439"/>
                <a:gd name="connsiteX27" fmla="*/ 1061197 w 5890491"/>
                <a:gd name="connsiteY27" fmla="*/ 984650 h 6578439"/>
                <a:gd name="connsiteX28" fmla="*/ 3517682 w 5890491"/>
                <a:gd name="connsiteY28" fmla="*/ 0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890491" h="6578439">
                  <a:moveTo>
                    <a:pt x="3517682" y="0"/>
                  </a:moveTo>
                  <a:cubicBezTo>
                    <a:pt x="4402017" y="0"/>
                    <a:pt x="5213742" y="315483"/>
                    <a:pt x="5849513" y="841730"/>
                  </a:cubicBezTo>
                  <a:lnTo>
                    <a:pt x="5890491" y="879061"/>
                  </a:lnTo>
                  <a:lnTo>
                    <a:pt x="5890491" y="2034114"/>
                  </a:lnTo>
                  <a:lnTo>
                    <a:pt x="5757065" y="1854938"/>
                  </a:lnTo>
                  <a:cubicBezTo>
                    <a:pt x="5696443" y="1781264"/>
                    <a:pt x="5632076" y="1710299"/>
                    <a:pt x="5564060" y="1642182"/>
                  </a:cubicBezTo>
                  <a:cubicBezTo>
                    <a:pt x="5015393" y="1092636"/>
                    <a:pt x="4288592" y="790012"/>
                    <a:pt x="3517551" y="790012"/>
                  </a:cubicBezTo>
                  <a:cubicBezTo>
                    <a:pt x="2701750" y="790012"/>
                    <a:pt x="2131676" y="1015335"/>
                    <a:pt x="1611552" y="1543282"/>
                  </a:cubicBezTo>
                  <a:cubicBezTo>
                    <a:pt x="1435754" y="1721722"/>
                    <a:pt x="1375945" y="1822729"/>
                    <a:pt x="1340656" y="1897925"/>
                  </a:cubicBezTo>
                  <a:cubicBezTo>
                    <a:pt x="1289148" y="2007623"/>
                    <a:pt x="1252432" y="2155907"/>
                    <a:pt x="1201705" y="2361213"/>
                  </a:cubicBezTo>
                  <a:cubicBezTo>
                    <a:pt x="1133721" y="2635919"/>
                    <a:pt x="1040568" y="3012290"/>
                    <a:pt x="852705" y="3529176"/>
                  </a:cubicBezTo>
                  <a:cubicBezTo>
                    <a:pt x="749952" y="3811784"/>
                    <a:pt x="753584" y="4108747"/>
                    <a:pt x="863863" y="4437051"/>
                  </a:cubicBezTo>
                  <a:cubicBezTo>
                    <a:pt x="964800" y="4737438"/>
                    <a:pt x="1154869" y="5055603"/>
                    <a:pt x="1413569" y="5357174"/>
                  </a:cubicBezTo>
                  <a:cubicBezTo>
                    <a:pt x="1718326" y="5712343"/>
                    <a:pt x="2021008" y="5969404"/>
                    <a:pt x="2339129" y="6143367"/>
                  </a:cubicBezTo>
                  <a:cubicBezTo>
                    <a:pt x="2679565" y="6329577"/>
                    <a:pt x="3039591" y="6420049"/>
                    <a:pt x="3439449" y="6420049"/>
                  </a:cubicBezTo>
                  <a:cubicBezTo>
                    <a:pt x="4142246" y="6420049"/>
                    <a:pt x="4633828" y="5976251"/>
                    <a:pt x="5251388" y="5349009"/>
                  </a:cubicBezTo>
                  <a:cubicBezTo>
                    <a:pt x="5389949" y="5208364"/>
                    <a:pt x="5526047" y="5081677"/>
                    <a:pt x="5657731" y="4959205"/>
                  </a:cubicBezTo>
                  <a:cubicBezTo>
                    <a:pt x="5719520" y="4901722"/>
                    <a:pt x="5779200" y="4846206"/>
                    <a:pt x="5836127" y="4792052"/>
                  </a:cubicBezTo>
                  <a:lnTo>
                    <a:pt x="5890491" y="4738662"/>
                  </a:lnTo>
                  <a:lnTo>
                    <a:pt x="5890491" y="5821964"/>
                  </a:lnTo>
                  <a:lnTo>
                    <a:pt x="5802001" y="5907904"/>
                  </a:lnTo>
                  <a:cubicBezTo>
                    <a:pt x="5634962" y="6077456"/>
                    <a:pt x="5467509" y="6243625"/>
                    <a:pt x="5294358" y="6397505"/>
                  </a:cubicBezTo>
                  <a:lnTo>
                    <a:pt x="5077178" y="6578439"/>
                  </a:lnTo>
                  <a:lnTo>
                    <a:pt x="1567290" y="6578439"/>
                  </a:lnTo>
                  <a:lnTo>
                    <a:pt x="1508588" y="6535186"/>
                  </a:lnTo>
                  <a:cubicBezTo>
                    <a:pt x="1263991" y="6345442"/>
                    <a:pt x="1038054" y="6122666"/>
                    <a:pt x="826498" y="5876034"/>
                  </a:cubicBezTo>
                  <a:cubicBezTo>
                    <a:pt x="261613" y="5217713"/>
                    <a:pt x="-239182" y="4250314"/>
                    <a:pt x="122403" y="3255655"/>
                  </a:cubicBezTo>
                  <a:cubicBezTo>
                    <a:pt x="607497" y="1921629"/>
                    <a:pt x="393040" y="1662857"/>
                    <a:pt x="1061197" y="984650"/>
                  </a:cubicBezTo>
                  <a:cubicBezTo>
                    <a:pt x="1729484" y="306444"/>
                    <a:pt x="2498060" y="0"/>
                    <a:pt x="351768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33B89F41-1D91-447A-88C5-8A917809FE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0" y="52997"/>
              <a:ext cx="6093362" cy="6805004"/>
            </a:xfrm>
            <a:custGeom>
              <a:avLst/>
              <a:gdLst>
                <a:gd name="connsiteX0" fmla="*/ 5890490 w 5890490"/>
                <a:gd name="connsiteY0" fmla="*/ 5389037 h 6578439"/>
                <a:gd name="connsiteX1" fmla="*/ 5890490 w 5890490"/>
                <a:gd name="connsiteY1" fmla="*/ 5855587 h 6578439"/>
                <a:gd name="connsiteX2" fmla="*/ 5784593 w 5890490"/>
                <a:gd name="connsiteY2" fmla="*/ 5962054 h 6578439"/>
                <a:gd name="connsiteX3" fmla="*/ 5663414 w 5890490"/>
                <a:gd name="connsiteY3" fmla="*/ 6082564 h 6578439"/>
                <a:gd name="connsiteX4" fmla="*/ 5147099 w 5890490"/>
                <a:gd name="connsiteY4" fmla="*/ 6547726 h 6578439"/>
                <a:gd name="connsiteX5" fmla="*/ 5105015 w 5890490"/>
                <a:gd name="connsiteY5" fmla="*/ 6578439 h 6578439"/>
                <a:gd name="connsiteX6" fmla="*/ 4385601 w 5890490"/>
                <a:gd name="connsiteY6" fmla="*/ 6578439 h 6578439"/>
                <a:gd name="connsiteX7" fmla="*/ 4507252 w 5890490"/>
                <a:gd name="connsiteY7" fmla="*/ 6515968 h 6578439"/>
                <a:gd name="connsiteX8" fmla="*/ 4909330 w 5890490"/>
                <a:gd name="connsiteY8" fmla="*/ 6253453 h 6578439"/>
                <a:gd name="connsiteX9" fmla="*/ 5411374 w 5890490"/>
                <a:gd name="connsiteY9" fmla="*/ 5828544 h 6578439"/>
                <a:gd name="connsiteX10" fmla="*/ 5533570 w 5890490"/>
                <a:gd name="connsiteY10" fmla="*/ 5714534 h 6578439"/>
                <a:gd name="connsiteX11" fmla="*/ 5657425 w 5890490"/>
                <a:gd name="connsiteY11" fmla="*/ 5597650 h 6578439"/>
                <a:gd name="connsiteX12" fmla="*/ 3336813 w 5890490"/>
                <a:gd name="connsiteY12" fmla="*/ 499 h 6578439"/>
                <a:gd name="connsiteX13" fmla="*/ 3513674 w 5890490"/>
                <a:gd name="connsiteY13" fmla="*/ 1202 h 6578439"/>
                <a:gd name="connsiteX14" fmla="*/ 3602743 w 5890490"/>
                <a:gd name="connsiteY14" fmla="*/ 4827 h 6578439"/>
                <a:gd name="connsiteX15" fmla="*/ 3647213 w 5890490"/>
                <a:gd name="connsiteY15" fmla="*/ 6703 h 6578439"/>
                <a:gd name="connsiteX16" fmla="*/ 3691684 w 5890490"/>
                <a:gd name="connsiteY16" fmla="*/ 9453 h 6578439"/>
                <a:gd name="connsiteX17" fmla="*/ 3868927 w 5890490"/>
                <a:gd name="connsiteY17" fmla="*/ 27080 h 6578439"/>
                <a:gd name="connsiteX18" fmla="*/ 5200872 w 5890490"/>
                <a:gd name="connsiteY18" fmla="*/ 472240 h 6578439"/>
                <a:gd name="connsiteX19" fmla="*/ 5772711 w 5890490"/>
                <a:gd name="connsiteY19" fmla="*/ 866334 h 6578439"/>
                <a:gd name="connsiteX20" fmla="*/ 5890490 w 5890490"/>
                <a:gd name="connsiteY20" fmla="*/ 972426 h 6578439"/>
                <a:gd name="connsiteX21" fmla="*/ 5890490 w 5890490"/>
                <a:gd name="connsiteY21" fmla="*/ 1158576 h 6578439"/>
                <a:gd name="connsiteX22" fmla="*/ 5676045 w 5890490"/>
                <a:gd name="connsiteY22" fmla="*/ 986969 h 6578439"/>
                <a:gd name="connsiteX23" fmla="*/ 5103776 w 5890490"/>
                <a:gd name="connsiteY23" fmla="*/ 655879 h 6578439"/>
                <a:gd name="connsiteX24" fmla="*/ 4482465 w 5890490"/>
                <a:gd name="connsiteY24" fmla="*/ 440363 h 6578439"/>
                <a:gd name="connsiteX25" fmla="*/ 4402444 w 5890490"/>
                <a:gd name="connsiteY25" fmla="*/ 422111 h 6578439"/>
                <a:gd name="connsiteX26" fmla="*/ 4322423 w 5890490"/>
                <a:gd name="connsiteY26" fmla="*/ 404610 h 6578439"/>
                <a:gd name="connsiteX27" fmla="*/ 4241892 w 5890490"/>
                <a:gd name="connsiteY27" fmla="*/ 389858 h 6578439"/>
                <a:gd name="connsiteX28" fmla="*/ 4201627 w 5890490"/>
                <a:gd name="connsiteY28" fmla="*/ 382483 h 6578439"/>
                <a:gd name="connsiteX29" fmla="*/ 4161234 w 5890490"/>
                <a:gd name="connsiteY29" fmla="*/ 375857 h 6578439"/>
                <a:gd name="connsiteX30" fmla="*/ 3999280 w 5890490"/>
                <a:gd name="connsiteY30" fmla="*/ 353606 h 6578439"/>
                <a:gd name="connsiteX31" fmla="*/ 3836817 w 5890490"/>
                <a:gd name="connsiteY31" fmla="*/ 338480 h 6578439"/>
                <a:gd name="connsiteX32" fmla="*/ 3673972 w 5890490"/>
                <a:gd name="connsiteY32" fmla="*/ 330604 h 6578439"/>
                <a:gd name="connsiteX33" fmla="*/ 3511126 w 5890490"/>
                <a:gd name="connsiteY33" fmla="*/ 328978 h 6578439"/>
                <a:gd name="connsiteX34" fmla="*/ 3183142 w 5890490"/>
                <a:gd name="connsiteY34" fmla="*/ 342854 h 6578439"/>
                <a:gd name="connsiteX35" fmla="*/ 2541444 w 5890490"/>
                <a:gd name="connsiteY35" fmla="*/ 439988 h 6578439"/>
                <a:gd name="connsiteX36" fmla="*/ 1933895 w 5890490"/>
                <a:gd name="connsiteY36" fmla="*/ 650505 h 6578439"/>
                <a:gd name="connsiteX37" fmla="*/ 1378079 w 5890490"/>
                <a:gd name="connsiteY37" fmla="*/ 983905 h 6578439"/>
                <a:gd name="connsiteX38" fmla="*/ 1312967 w 5890490"/>
                <a:gd name="connsiteY38" fmla="*/ 1033660 h 6578439"/>
                <a:gd name="connsiteX39" fmla="*/ 1248364 w 5890490"/>
                <a:gd name="connsiteY39" fmla="*/ 1084413 h 6578439"/>
                <a:gd name="connsiteX40" fmla="*/ 1185163 w 5890490"/>
                <a:gd name="connsiteY40" fmla="*/ 1137168 h 6578439"/>
                <a:gd name="connsiteX41" fmla="*/ 1122852 w 5890490"/>
                <a:gd name="connsiteY41" fmla="*/ 1190922 h 6578439"/>
                <a:gd name="connsiteX42" fmla="*/ 892092 w 5890490"/>
                <a:gd name="connsiteY42" fmla="*/ 1421440 h 6578439"/>
                <a:gd name="connsiteX43" fmla="*/ 707202 w 5890490"/>
                <a:gd name="connsiteY43" fmla="*/ 1684212 h 6578439"/>
                <a:gd name="connsiteX44" fmla="*/ 670121 w 5890490"/>
                <a:gd name="connsiteY44" fmla="*/ 1756093 h 6578439"/>
                <a:gd name="connsiteX45" fmla="*/ 637630 w 5890490"/>
                <a:gd name="connsiteY45" fmla="*/ 1830724 h 6578439"/>
                <a:gd name="connsiteX46" fmla="*/ 607685 w 5890490"/>
                <a:gd name="connsiteY46" fmla="*/ 1907105 h 6578439"/>
                <a:gd name="connsiteX47" fmla="*/ 580034 w 5890490"/>
                <a:gd name="connsiteY47" fmla="*/ 1984986 h 6578439"/>
                <a:gd name="connsiteX48" fmla="*/ 481919 w 5890490"/>
                <a:gd name="connsiteY48" fmla="*/ 2304386 h 6578439"/>
                <a:gd name="connsiteX49" fmla="*/ 433881 w 5890490"/>
                <a:gd name="connsiteY49" fmla="*/ 2465399 h 6578439"/>
                <a:gd name="connsiteX50" fmla="*/ 384442 w 5890490"/>
                <a:gd name="connsiteY50" fmla="*/ 2626163 h 6578439"/>
                <a:gd name="connsiteX51" fmla="*/ 166039 w 5890490"/>
                <a:gd name="connsiteY51" fmla="*/ 3261338 h 6578439"/>
                <a:gd name="connsiteX52" fmla="*/ 56202 w 5890490"/>
                <a:gd name="connsiteY52" fmla="*/ 3910265 h 6578439"/>
                <a:gd name="connsiteX53" fmla="*/ 93664 w 5890490"/>
                <a:gd name="connsiteY53" fmla="*/ 4237292 h 6578439"/>
                <a:gd name="connsiteX54" fmla="*/ 111758 w 5890490"/>
                <a:gd name="connsiteY54" fmla="*/ 4317548 h 6578439"/>
                <a:gd name="connsiteX55" fmla="*/ 133038 w 5890490"/>
                <a:gd name="connsiteY55" fmla="*/ 4397054 h 6578439"/>
                <a:gd name="connsiteX56" fmla="*/ 157757 w 5890490"/>
                <a:gd name="connsiteY56" fmla="*/ 4475560 h 6578439"/>
                <a:gd name="connsiteX57" fmla="*/ 185153 w 5890490"/>
                <a:gd name="connsiteY57" fmla="*/ 4553066 h 6578439"/>
                <a:gd name="connsiteX58" fmla="*/ 493642 w 5890490"/>
                <a:gd name="connsiteY58" fmla="*/ 5132239 h 6578439"/>
                <a:gd name="connsiteX59" fmla="*/ 914391 w 5890490"/>
                <a:gd name="connsiteY59" fmla="*/ 5636528 h 6578439"/>
                <a:gd name="connsiteX60" fmla="*/ 1402034 w 5890490"/>
                <a:gd name="connsiteY60" fmla="*/ 6076188 h 6578439"/>
                <a:gd name="connsiteX61" fmla="*/ 1664397 w 5890490"/>
                <a:gd name="connsiteY61" fmla="*/ 6267079 h 6578439"/>
                <a:gd name="connsiteX62" fmla="*/ 1938992 w 5890490"/>
                <a:gd name="connsiteY62" fmla="*/ 6434343 h 6578439"/>
                <a:gd name="connsiteX63" fmla="*/ 2225931 w 5890490"/>
                <a:gd name="connsiteY63" fmla="*/ 6574322 h 6578439"/>
                <a:gd name="connsiteX64" fmla="*/ 2236328 w 5890490"/>
                <a:gd name="connsiteY64" fmla="*/ 6578439 h 6578439"/>
                <a:gd name="connsiteX65" fmla="*/ 1504665 w 5890490"/>
                <a:gd name="connsiteY65" fmla="*/ 6578439 h 6578439"/>
                <a:gd name="connsiteX66" fmla="*/ 1456827 w 5890490"/>
                <a:gd name="connsiteY66" fmla="*/ 6543476 h 6578439"/>
                <a:gd name="connsiteX67" fmla="*/ 1188475 w 5890490"/>
                <a:gd name="connsiteY67" fmla="*/ 6314083 h 6578439"/>
                <a:gd name="connsiteX68" fmla="*/ 721728 w 5890490"/>
                <a:gd name="connsiteY68" fmla="*/ 5798666 h 6578439"/>
                <a:gd name="connsiteX69" fmla="*/ 344175 w 5890490"/>
                <a:gd name="connsiteY69" fmla="*/ 5219495 h 6578439"/>
                <a:gd name="connsiteX70" fmla="*/ 87293 w 5890490"/>
                <a:gd name="connsiteY70" fmla="*/ 4583569 h 6578439"/>
                <a:gd name="connsiteX71" fmla="*/ 65886 w 5890490"/>
                <a:gd name="connsiteY71" fmla="*/ 4500813 h 6578439"/>
                <a:gd name="connsiteX72" fmla="*/ 47409 w 5890490"/>
                <a:gd name="connsiteY72" fmla="*/ 4417431 h 6578439"/>
                <a:gd name="connsiteX73" fmla="*/ 39000 w 5890490"/>
                <a:gd name="connsiteY73" fmla="*/ 4375677 h 6578439"/>
                <a:gd name="connsiteX74" fmla="*/ 31610 w 5890490"/>
                <a:gd name="connsiteY74" fmla="*/ 4333674 h 6578439"/>
                <a:gd name="connsiteX75" fmla="*/ 18868 w 5890490"/>
                <a:gd name="connsiteY75" fmla="*/ 4249417 h 6578439"/>
                <a:gd name="connsiteX76" fmla="*/ 646 w 5890490"/>
                <a:gd name="connsiteY76" fmla="*/ 3910265 h 6578439"/>
                <a:gd name="connsiteX77" fmla="*/ 130234 w 5890490"/>
                <a:gd name="connsiteY77" fmla="*/ 3248337 h 6578439"/>
                <a:gd name="connsiteX78" fmla="*/ 335383 w 5890490"/>
                <a:gd name="connsiteY78" fmla="*/ 2611911 h 6578439"/>
                <a:gd name="connsiteX79" fmla="*/ 487272 w 5890490"/>
                <a:gd name="connsiteY79" fmla="*/ 1958609 h 6578439"/>
                <a:gd name="connsiteX80" fmla="*/ 508550 w 5890490"/>
                <a:gd name="connsiteY80" fmla="*/ 1876227 h 6578439"/>
                <a:gd name="connsiteX81" fmla="*/ 531742 w 5890490"/>
                <a:gd name="connsiteY81" fmla="*/ 1793721 h 6578439"/>
                <a:gd name="connsiteX82" fmla="*/ 558245 w 5890490"/>
                <a:gd name="connsiteY82" fmla="*/ 1711465 h 6578439"/>
                <a:gd name="connsiteX83" fmla="*/ 590100 w 5890490"/>
                <a:gd name="connsiteY83" fmla="*/ 1630332 h 6578439"/>
                <a:gd name="connsiteX84" fmla="*/ 758680 w 5890490"/>
                <a:gd name="connsiteY84" fmla="*/ 1322433 h 6578439"/>
                <a:gd name="connsiteX85" fmla="*/ 976317 w 5890490"/>
                <a:gd name="connsiteY85" fmla="*/ 1049286 h 6578439"/>
                <a:gd name="connsiteX86" fmla="*/ 1035314 w 5890490"/>
                <a:gd name="connsiteY86" fmla="*/ 985406 h 6578439"/>
                <a:gd name="connsiteX87" fmla="*/ 1095329 w 5890490"/>
                <a:gd name="connsiteY87" fmla="*/ 922526 h 6578439"/>
                <a:gd name="connsiteX88" fmla="*/ 1157384 w 5890490"/>
                <a:gd name="connsiteY88" fmla="*/ 861271 h 6578439"/>
                <a:gd name="connsiteX89" fmla="*/ 1220841 w 5890490"/>
                <a:gd name="connsiteY89" fmla="*/ 801017 h 6578439"/>
                <a:gd name="connsiteX90" fmla="*/ 1286462 w 5890490"/>
                <a:gd name="connsiteY90" fmla="*/ 742886 h 6578439"/>
                <a:gd name="connsiteX91" fmla="*/ 1353233 w 5890490"/>
                <a:gd name="connsiteY91" fmla="*/ 685632 h 6578439"/>
                <a:gd name="connsiteX92" fmla="*/ 1369924 w 5890490"/>
                <a:gd name="connsiteY92" fmla="*/ 671256 h 6578439"/>
                <a:gd name="connsiteX93" fmla="*/ 1387380 w 5890490"/>
                <a:gd name="connsiteY93" fmla="*/ 657755 h 6578439"/>
                <a:gd name="connsiteX94" fmla="*/ 1422422 w 5890490"/>
                <a:gd name="connsiteY94" fmla="*/ 630877 h 6578439"/>
                <a:gd name="connsiteX95" fmla="*/ 1492759 w 5890490"/>
                <a:gd name="connsiteY95" fmla="*/ 577248 h 6578439"/>
                <a:gd name="connsiteX96" fmla="*/ 1528820 w 5890490"/>
                <a:gd name="connsiteY96" fmla="*/ 551496 h 6578439"/>
                <a:gd name="connsiteX97" fmla="*/ 1565390 w 5890490"/>
                <a:gd name="connsiteY97" fmla="*/ 526370 h 6578439"/>
                <a:gd name="connsiteX98" fmla="*/ 1639040 w 5890490"/>
                <a:gd name="connsiteY98" fmla="*/ 476490 h 6578439"/>
                <a:gd name="connsiteX99" fmla="*/ 1792075 w 5890490"/>
                <a:gd name="connsiteY99" fmla="*/ 384859 h 6578439"/>
                <a:gd name="connsiteX100" fmla="*/ 2455943 w 5890490"/>
                <a:gd name="connsiteY100" fmla="*/ 117836 h 6578439"/>
                <a:gd name="connsiteX101" fmla="*/ 3159952 w 5890490"/>
                <a:gd name="connsiteY101" fmla="*/ 7203 h 6578439"/>
                <a:gd name="connsiteX102" fmla="*/ 3336813 w 5890490"/>
                <a:gd name="connsiteY102" fmla="*/ 499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5890490" h="6578439">
                  <a:moveTo>
                    <a:pt x="5890490" y="5389037"/>
                  </a:moveTo>
                  <a:lnTo>
                    <a:pt x="5890490" y="5855587"/>
                  </a:lnTo>
                  <a:lnTo>
                    <a:pt x="5784593" y="5962054"/>
                  </a:lnTo>
                  <a:cubicBezTo>
                    <a:pt x="5744454" y="6002308"/>
                    <a:pt x="5704062" y="6042436"/>
                    <a:pt x="5663414" y="6082564"/>
                  </a:cubicBezTo>
                  <a:cubicBezTo>
                    <a:pt x="5500314" y="6242577"/>
                    <a:pt x="5330970" y="6400714"/>
                    <a:pt x="5147099" y="6547726"/>
                  </a:cubicBezTo>
                  <a:lnTo>
                    <a:pt x="5105015" y="6578439"/>
                  </a:lnTo>
                  <a:lnTo>
                    <a:pt x="4385601" y="6578439"/>
                  </a:lnTo>
                  <a:lnTo>
                    <a:pt x="4507252" y="6515968"/>
                  </a:lnTo>
                  <a:cubicBezTo>
                    <a:pt x="4645901" y="6439679"/>
                    <a:pt x="4779837" y="6350961"/>
                    <a:pt x="4909330" y="6253453"/>
                  </a:cubicBezTo>
                  <a:cubicBezTo>
                    <a:pt x="5082369" y="6123567"/>
                    <a:pt x="5248145" y="5979180"/>
                    <a:pt x="5411374" y="5828544"/>
                  </a:cubicBezTo>
                  <a:cubicBezTo>
                    <a:pt x="5452149" y="5790791"/>
                    <a:pt x="5492924" y="5752788"/>
                    <a:pt x="5533570" y="5714534"/>
                  </a:cubicBezTo>
                  <a:lnTo>
                    <a:pt x="5657425" y="5597650"/>
                  </a:lnTo>
                  <a:close/>
                  <a:moveTo>
                    <a:pt x="3336813" y="499"/>
                  </a:moveTo>
                  <a:cubicBezTo>
                    <a:pt x="3395682" y="-392"/>
                    <a:pt x="3454550" y="-48"/>
                    <a:pt x="3513674" y="1202"/>
                  </a:cubicBezTo>
                  <a:lnTo>
                    <a:pt x="3602743" y="4827"/>
                  </a:lnTo>
                  <a:lnTo>
                    <a:pt x="3647213" y="6703"/>
                  </a:lnTo>
                  <a:cubicBezTo>
                    <a:pt x="3661994" y="7327"/>
                    <a:pt x="3676903" y="7703"/>
                    <a:pt x="3691684" y="9453"/>
                  </a:cubicBezTo>
                  <a:lnTo>
                    <a:pt x="3868927" y="27080"/>
                  </a:lnTo>
                  <a:cubicBezTo>
                    <a:pt x="4340645" y="85584"/>
                    <a:pt x="4795160" y="243221"/>
                    <a:pt x="5200872" y="472240"/>
                  </a:cubicBezTo>
                  <a:cubicBezTo>
                    <a:pt x="5403855" y="587124"/>
                    <a:pt x="5594988" y="719447"/>
                    <a:pt x="5772711" y="866334"/>
                  </a:cubicBezTo>
                  <a:lnTo>
                    <a:pt x="5890490" y="972426"/>
                  </a:lnTo>
                  <a:lnTo>
                    <a:pt x="5890490" y="1158576"/>
                  </a:lnTo>
                  <a:lnTo>
                    <a:pt x="5676045" y="986969"/>
                  </a:lnTo>
                  <a:cubicBezTo>
                    <a:pt x="5496587" y="857740"/>
                    <a:pt x="5304275" y="746699"/>
                    <a:pt x="5103776" y="655879"/>
                  </a:cubicBezTo>
                  <a:cubicBezTo>
                    <a:pt x="4903214" y="564747"/>
                    <a:pt x="4695006" y="492492"/>
                    <a:pt x="4482465" y="440363"/>
                  </a:cubicBezTo>
                  <a:lnTo>
                    <a:pt x="4402444" y="422111"/>
                  </a:lnTo>
                  <a:cubicBezTo>
                    <a:pt x="4375813" y="416111"/>
                    <a:pt x="4349436" y="408859"/>
                    <a:pt x="4322423" y="404610"/>
                  </a:cubicBezTo>
                  <a:lnTo>
                    <a:pt x="4241892" y="389858"/>
                  </a:lnTo>
                  <a:lnTo>
                    <a:pt x="4201627" y="382483"/>
                  </a:lnTo>
                  <a:cubicBezTo>
                    <a:pt x="4188248" y="379983"/>
                    <a:pt x="4174869" y="377483"/>
                    <a:pt x="4161234" y="375857"/>
                  </a:cubicBezTo>
                  <a:cubicBezTo>
                    <a:pt x="4107208" y="368482"/>
                    <a:pt x="4053308" y="360482"/>
                    <a:pt x="3999280" y="353606"/>
                  </a:cubicBezTo>
                  <a:cubicBezTo>
                    <a:pt x="3944999" y="348855"/>
                    <a:pt x="3890844" y="343854"/>
                    <a:pt x="3836817" y="338480"/>
                  </a:cubicBezTo>
                  <a:lnTo>
                    <a:pt x="3673972" y="330604"/>
                  </a:lnTo>
                  <a:cubicBezTo>
                    <a:pt x="3619690" y="329104"/>
                    <a:pt x="3565281" y="329604"/>
                    <a:pt x="3511126" y="328978"/>
                  </a:cubicBezTo>
                  <a:cubicBezTo>
                    <a:pt x="3402054" y="330728"/>
                    <a:pt x="3291706" y="334604"/>
                    <a:pt x="3183142" y="342854"/>
                  </a:cubicBezTo>
                  <a:cubicBezTo>
                    <a:pt x="2965505" y="358855"/>
                    <a:pt x="2750670" y="389733"/>
                    <a:pt x="2541444" y="439988"/>
                  </a:cubicBezTo>
                  <a:cubicBezTo>
                    <a:pt x="2332216" y="490117"/>
                    <a:pt x="2128850" y="559997"/>
                    <a:pt x="1933895" y="650505"/>
                  </a:cubicBezTo>
                  <a:cubicBezTo>
                    <a:pt x="1738939" y="741261"/>
                    <a:pt x="1553540" y="854146"/>
                    <a:pt x="1378079" y="983905"/>
                  </a:cubicBezTo>
                  <a:lnTo>
                    <a:pt x="1312967" y="1033660"/>
                  </a:lnTo>
                  <a:cubicBezTo>
                    <a:pt x="1291178" y="1050286"/>
                    <a:pt x="1269006" y="1066412"/>
                    <a:pt x="1248364" y="1084413"/>
                  </a:cubicBezTo>
                  <a:lnTo>
                    <a:pt x="1185163" y="1137168"/>
                  </a:lnTo>
                  <a:cubicBezTo>
                    <a:pt x="1164138" y="1154794"/>
                    <a:pt x="1142603" y="1172046"/>
                    <a:pt x="1122852" y="1190922"/>
                  </a:cubicBezTo>
                  <a:cubicBezTo>
                    <a:pt x="1041557" y="1264303"/>
                    <a:pt x="961663" y="1339309"/>
                    <a:pt x="892092" y="1421440"/>
                  </a:cubicBezTo>
                  <a:cubicBezTo>
                    <a:pt x="819589" y="1501822"/>
                    <a:pt x="759827" y="1590329"/>
                    <a:pt x="707202" y="1684212"/>
                  </a:cubicBezTo>
                  <a:cubicBezTo>
                    <a:pt x="694715" y="1708089"/>
                    <a:pt x="682227" y="1731841"/>
                    <a:pt x="670121" y="1756093"/>
                  </a:cubicBezTo>
                  <a:lnTo>
                    <a:pt x="637630" y="1830724"/>
                  </a:lnTo>
                  <a:cubicBezTo>
                    <a:pt x="626161" y="1855350"/>
                    <a:pt x="617624" y="1881603"/>
                    <a:pt x="607685" y="1907105"/>
                  </a:cubicBezTo>
                  <a:cubicBezTo>
                    <a:pt x="598128" y="1932857"/>
                    <a:pt x="588317" y="1958483"/>
                    <a:pt x="580034" y="1984986"/>
                  </a:cubicBezTo>
                  <a:cubicBezTo>
                    <a:pt x="544611" y="2089620"/>
                    <a:pt x="513393" y="2197128"/>
                    <a:pt x="481919" y="2304386"/>
                  </a:cubicBezTo>
                  <a:lnTo>
                    <a:pt x="433881" y="2465399"/>
                  </a:lnTo>
                  <a:lnTo>
                    <a:pt x="384442" y="2626163"/>
                  </a:lnTo>
                  <a:cubicBezTo>
                    <a:pt x="317672" y="2839680"/>
                    <a:pt x="243129" y="3050946"/>
                    <a:pt x="166039" y="3261338"/>
                  </a:cubicBezTo>
                  <a:cubicBezTo>
                    <a:pt x="88822" y="3468979"/>
                    <a:pt x="50850" y="3690248"/>
                    <a:pt x="56202" y="3910265"/>
                  </a:cubicBezTo>
                  <a:cubicBezTo>
                    <a:pt x="58495" y="4020274"/>
                    <a:pt x="71493" y="4129783"/>
                    <a:pt x="93664" y="4237292"/>
                  </a:cubicBezTo>
                  <a:cubicBezTo>
                    <a:pt x="99143" y="4264168"/>
                    <a:pt x="104623" y="4291045"/>
                    <a:pt x="111758" y="4317548"/>
                  </a:cubicBezTo>
                  <a:cubicBezTo>
                    <a:pt x="118384" y="4344176"/>
                    <a:pt x="124627" y="4370802"/>
                    <a:pt x="133038" y="4397054"/>
                  </a:cubicBezTo>
                  <a:cubicBezTo>
                    <a:pt x="140810" y="4423307"/>
                    <a:pt x="148456" y="4449683"/>
                    <a:pt x="157757" y="4475560"/>
                  </a:cubicBezTo>
                  <a:cubicBezTo>
                    <a:pt x="166549" y="4501562"/>
                    <a:pt x="175087" y="4527564"/>
                    <a:pt x="185153" y="4553066"/>
                  </a:cubicBezTo>
                  <a:cubicBezTo>
                    <a:pt x="262371" y="4758458"/>
                    <a:pt x="368895" y="4951974"/>
                    <a:pt x="493642" y="5132239"/>
                  </a:cubicBezTo>
                  <a:cubicBezTo>
                    <a:pt x="618389" y="5312627"/>
                    <a:pt x="760846" y="5480391"/>
                    <a:pt x="914391" y="5636528"/>
                  </a:cubicBezTo>
                  <a:cubicBezTo>
                    <a:pt x="1069081" y="5793166"/>
                    <a:pt x="1231544" y="5941677"/>
                    <a:pt x="1402034" y="6076188"/>
                  </a:cubicBezTo>
                  <a:cubicBezTo>
                    <a:pt x="1487535" y="6143320"/>
                    <a:pt x="1574565" y="6207574"/>
                    <a:pt x="1664397" y="6267079"/>
                  </a:cubicBezTo>
                  <a:cubicBezTo>
                    <a:pt x="1753592" y="6327459"/>
                    <a:pt x="1845336" y="6383088"/>
                    <a:pt x="1938992" y="6434343"/>
                  </a:cubicBezTo>
                  <a:cubicBezTo>
                    <a:pt x="2032647" y="6485659"/>
                    <a:pt x="2128309" y="6532600"/>
                    <a:pt x="2225931" y="6574322"/>
                  </a:cubicBezTo>
                  <a:lnTo>
                    <a:pt x="2236328" y="6578439"/>
                  </a:lnTo>
                  <a:lnTo>
                    <a:pt x="1504665" y="6578439"/>
                  </a:lnTo>
                  <a:lnTo>
                    <a:pt x="1456827" y="6543476"/>
                  </a:lnTo>
                  <a:cubicBezTo>
                    <a:pt x="1363554" y="6470595"/>
                    <a:pt x="1273848" y="6394340"/>
                    <a:pt x="1188475" y="6314083"/>
                  </a:cubicBezTo>
                  <a:cubicBezTo>
                    <a:pt x="1017856" y="6153445"/>
                    <a:pt x="863803" y="5979931"/>
                    <a:pt x="721728" y="5798666"/>
                  </a:cubicBezTo>
                  <a:cubicBezTo>
                    <a:pt x="579397" y="5616027"/>
                    <a:pt x="452103" y="5422511"/>
                    <a:pt x="344175" y="5219495"/>
                  </a:cubicBezTo>
                  <a:cubicBezTo>
                    <a:pt x="236505" y="5016354"/>
                    <a:pt x="147946" y="4803586"/>
                    <a:pt x="87293" y="4583569"/>
                  </a:cubicBezTo>
                  <a:cubicBezTo>
                    <a:pt x="79138" y="4556193"/>
                    <a:pt x="72639" y="4528440"/>
                    <a:pt x="65886" y="4500813"/>
                  </a:cubicBezTo>
                  <a:cubicBezTo>
                    <a:pt x="58751" y="4473311"/>
                    <a:pt x="53144" y="4445308"/>
                    <a:pt x="47409" y="4417431"/>
                  </a:cubicBezTo>
                  <a:cubicBezTo>
                    <a:pt x="44733" y="4403430"/>
                    <a:pt x="41294" y="4389679"/>
                    <a:pt x="39000" y="4375677"/>
                  </a:cubicBezTo>
                  <a:lnTo>
                    <a:pt x="31610" y="4333674"/>
                  </a:lnTo>
                  <a:cubicBezTo>
                    <a:pt x="26258" y="4305797"/>
                    <a:pt x="22563" y="4277544"/>
                    <a:pt x="18868" y="4249417"/>
                  </a:cubicBezTo>
                  <a:cubicBezTo>
                    <a:pt x="4214" y="4136784"/>
                    <a:pt x="-2158" y="4023275"/>
                    <a:pt x="646" y="3910265"/>
                  </a:cubicBezTo>
                  <a:cubicBezTo>
                    <a:pt x="5997" y="3683872"/>
                    <a:pt x="50596" y="3459605"/>
                    <a:pt x="130234" y="3248337"/>
                  </a:cubicBezTo>
                  <a:cubicBezTo>
                    <a:pt x="207961" y="3039196"/>
                    <a:pt x="278044" y="2827179"/>
                    <a:pt x="335383" y="2611911"/>
                  </a:cubicBezTo>
                  <a:cubicBezTo>
                    <a:pt x="393743" y="2396644"/>
                    <a:pt x="435792" y="2178627"/>
                    <a:pt x="487272" y="1958609"/>
                  </a:cubicBezTo>
                  <a:cubicBezTo>
                    <a:pt x="493259" y="1931107"/>
                    <a:pt x="501287" y="1903730"/>
                    <a:pt x="508550" y="1876227"/>
                  </a:cubicBezTo>
                  <a:cubicBezTo>
                    <a:pt x="516195" y="1848725"/>
                    <a:pt x="522312" y="1820972"/>
                    <a:pt x="531742" y="1793721"/>
                  </a:cubicBezTo>
                  <a:lnTo>
                    <a:pt x="558245" y="1711465"/>
                  </a:lnTo>
                  <a:cubicBezTo>
                    <a:pt x="568439" y="1684337"/>
                    <a:pt x="579652" y="1657459"/>
                    <a:pt x="590100" y="1630332"/>
                  </a:cubicBezTo>
                  <a:cubicBezTo>
                    <a:pt x="635080" y="1523075"/>
                    <a:pt x="690637" y="1417566"/>
                    <a:pt x="758680" y="1322433"/>
                  </a:cubicBezTo>
                  <a:cubicBezTo>
                    <a:pt x="824430" y="1225051"/>
                    <a:pt x="899610" y="1136168"/>
                    <a:pt x="976317" y="1049286"/>
                  </a:cubicBezTo>
                  <a:cubicBezTo>
                    <a:pt x="995049" y="1027035"/>
                    <a:pt x="1015436" y="1006533"/>
                    <a:pt x="1035314" y="985406"/>
                  </a:cubicBezTo>
                  <a:lnTo>
                    <a:pt x="1095329" y="922526"/>
                  </a:lnTo>
                  <a:cubicBezTo>
                    <a:pt x="1114953" y="901149"/>
                    <a:pt x="1136359" y="881397"/>
                    <a:pt x="1157384" y="861271"/>
                  </a:cubicBezTo>
                  <a:lnTo>
                    <a:pt x="1220841" y="801017"/>
                  </a:lnTo>
                  <a:cubicBezTo>
                    <a:pt x="1241610" y="780514"/>
                    <a:pt x="1264418" y="762014"/>
                    <a:pt x="1286462" y="742886"/>
                  </a:cubicBezTo>
                  <a:lnTo>
                    <a:pt x="1353233" y="685632"/>
                  </a:lnTo>
                  <a:lnTo>
                    <a:pt x="1369924" y="671256"/>
                  </a:lnTo>
                  <a:cubicBezTo>
                    <a:pt x="1375658" y="666631"/>
                    <a:pt x="1381520" y="662255"/>
                    <a:pt x="1387380" y="657755"/>
                  </a:cubicBezTo>
                  <a:lnTo>
                    <a:pt x="1422422" y="630877"/>
                  </a:lnTo>
                  <a:lnTo>
                    <a:pt x="1492759" y="577248"/>
                  </a:lnTo>
                  <a:cubicBezTo>
                    <a:pt x="1504355" y="567997"/>
                    <a:pt x="1516714" y="559997"/>
                    <a:pt x="1528820" y="551496"/>
                  </a:cubicBezTo>
                  <a:lnTo>
                    <a:pt x="1565390" y="526370"/>
                  </a:lnTo>
                  <a:lnTo>
                    <a:pt x="1639040" y="476490"/>
                  </a:lnTo>
                  <a:cubicBezTo>
                    <a:pt x="1689754" y="445613"/>
                    <a:pt x="1740723" y="414986"/>
                    <a:pt x="1792075" y="384859"/>
                  </a:cubicBezTo>
                  <a:cubicBezTo>
                    <a:pt x="2000282" y="268724"/>
                    <a:pt x="2224927" y="179467"/>
                    <a:pt x="2455943" y="117836"/>
                  </a:cubicBezTo>
                  <a:cubicBezTo>
                    <a:pt x="2687088" y="55957"/>
                    <a:pt x="2923964" y="21204"/>
                    <a:pt x="3159952" y="7203"/>
                  </a:cubicBezTo>
                  <a:cubicBezTo>
                    <a:pt x="3219076" y="3515"/>
                    <a:pt x="3277945" y="1389"/>
                    <a:pt x="3336813" y="49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extLst>
      <p:ext uri="{BB962C8B-B14F-4D97-AF65-F5344CB8AC3E}">
        <p14:creationId xmlns:p14="http://schemas.microsoft.com/office/powerpoint/2010/main" val="11334061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1F54517-7D2F-B5B3-5458-A310410F99BB}"/>
              </a:ext>
            </a:extLst>
          </p:cNvPr>
          <p:cNvSpPr>
            <a:spLocks noGrp="1"/>
          </p:cNvSpPr>
          <p:nvPr>
            <p:ph type="title"/>
          </p:nvPr>
        </p:nvSpPr>
        <p:spPr>
          <a:xfrm>
            <a:off x="466722" y="586855"/>
            <a:ext cx="3201366" cy="3387497"/>
          </a:xfrm>
        </p:spPr>
        <p:txBody>
          <a:bodyPr anchor="b">
            <a:normAutofit/>
          </a:bodyPr>
          <a:lstStyle/>
          <a:p>
            <a:pPr algn="r"/>
            <a:r>
              <a:rPr lang="es-MX" sz="4000">
                <a:solidFill>
                  <a:srgbClr val="FFFFFF"/>
                </a:solidFill>
              </a:rPr>
              <a:t>Análisis del problema</a:t>
            </a:r>
            <a:endParaRPr lang="es-PE" sz="4000">
              <a:solidFill>
                <a:srgbClr val="FFFFFF"/>
              </a:solidFill>
            </a:endParaRPr>
          </a:p>
        </p:txBody>
      </p:sp>
      <p:sp>
        <p:nvSpPr>
          <p:cNvPr id="3" name="Content Placeholder 2">
            <a:extLst>
              <a:ext uri="{FF2B5EF4-FFF2-40B4-BE49-F238E27FC236}">
                <a16:creationId xmlns:a16="http://schemas.microsoft.com/office/drawing/2014/main" id="{B695F8A6-EAC4-2BB4-BBF5-14C611B16C55}"/>
              </a:ext>
            </a:extLst>
          </p:cNvPr>
          <p:cNvSpPr>
            <a:spLocks noGrp="1"/>
          </p:cNvSpPr>
          <p:nvPr>
            <p:ph idx="1"/>
          </p:nvPr>
        </p:nvSpPr>
        <p:spPr>
          <a:xfrm>
            <a:off x="4810259" y="649480"/>
            <a:ext cx="6555347" cy="5546047"/>
          </a:xfrm>
        </p:spPr>
        <p:txBody>
          <a:bodyPr anchor="ctr">
            <a:normAutofit/>
          </a:bodyPr>
          <a:lstStyle/>
          <a:p>
            <a:r>
              <a:rPr lang="es-MX" sz="2000"/>
              <a:t>Durante la entrevista que realizamos a Doña Cintia para recolectar datos y poder hallar las consecuencias de estos problemas, nos dimos cuenta de que al tratarse de una bodega local, se mantiene bajo el uso de registros tradicionales, libros, ficheros, cosa lo cual puede ser muy manipulable por los mismos trabajadores de Cintia, Cintia nos comento en la entrevista que ella ocupa un rango de trabajo dentro de la bodega de dos días no seguidos, mientras el resto de días son ocupados por sus empleados. Esos mismos días, Cintia eventualmente solo se encarga de revisar que los productos para restock lleguen, por lo que no suele tener mucho en cuenta lo que hay en su bodega hasta el día en el que tiene que verificar por cuenta propia y los Domingos, donde hace el calculo de sus ventas y de almacen para saber que productos retirar y cuales mantener, además de cuales reponer</a:t>
            </a:r>
            <a:endParaRPr lang="es-PE" sz="2000"/>
          </a:p>
        </p:txBody>
      </p:sp>
    </p:spTree>
    <p:extLst>
      <p:ext uri="{BB962C8B-B14F-4D97-AF65-F5344CB8AC3E}">
        <p14:creationId xmlns:p14="http://schemas.microsoft.com/office/powerpoint/2010/main" val="192274499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8B3A2D1A-45FC-4F95-B150-1C13EF2F6D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39C3C864-C625-4883-B868-9A4C470F4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3291" y="3296652"/>
            <a:ext cx="12202113" cy="3561346"/>
          </a:xfrm>
          <a:custGeom>
            <a:avLst/>
            <a:gdLst>
              <a:gd name="connsiteX0" fmla="*/ 0 w 12202113"/>
              <a:gd name="connsiteY0" fmla="*/ 3188466 h 3188466"/>
              <a:gd name="connsiteX1" fmla="*/ 10116 w 12202113"/>
              <a:gd name="connsiteY1" fmla="*/ 2657641 h 3188466"/>
              <a:gd name="connsiteX2" fmla="*/ 10116 w 12202113"/>
              <a:gd name="connsiteY2" fmla="*/ 0 h 3188466"/>
              <a:gd name="connsiteX3" fmla="*/ 12202113 w 12202113"/>
              <a:gd name="connsiteY3" fmla="*/ 0 h 3188466"/>
              <a:gd name="connsiteX4" fmla="*/ 12202113 w 12202113"/>
              <a:gd name="connsiteY4" fmla="*/ 2879832 h 3188466"/>
              <a:gd name="connsiteX5" fmla="*/ 12198167 w 12202113"/>
              <a:gd name="connsiteY5" fmla="*/ 2880360 h 3188466"/>
              <a:gd name="connsiteX6" fmla="*/ 12122128 w 12202113"/>
              <a:gd name="connsiteY6" fmla="*/ 2887194 h 3188466"/>
              <a:gd name="connsiteX7" fmla="*/ 12028868 w 12202113"/>
              <a:gd name="connsiteY7" fmla="*/ 2911786 h 3188466"/>
              <a:gd name="connsiteX8" fmla="*/ 11995238 w 12202113"/>
              <a:gd name="connsiteY8" fmla="*/ 2914090 h 3188466"/>
              <a:gd name="connsiteX9" fmla="*/ 11996460 w 12202113"/>
              <a:gd name="connsiteY9" fmla="*/ 2918442 h 3188466"/>
              <a:gd name="connsiteX10" fmla="*/ 11983968 w 12202113"/>
              <a:gd name="connsiteY10" fmla="*/ 2918762 h 3188466"/>
              <a:gd name="connsiteX11" fmla="*/ 11956084 w 12202113"/>
              <a:gd name="connsiteY11" fmla="*/ 2918868 h 3188466"/>
              <a:gd name="connsiteX12" fmla="*/ 11872586 w 12202113"/>
              <a:gd name="connsiteY12" fmla="*/ 2920076 h 3188466"/>
              <a:gd name="connsiteX13" fmla="*/ 11849804 w 12202113"/>
              <a:gd name="connsiteY13" fmla="*/ 2928420 h 3188466"/>
              <a:gd name="connsiteX14" fmla="*/ 11828254 w 12202113"/>
              <a:gd name="connsiteY14" fmla="*/ 2928551 h 3188466"/>
              <a:gd name="connsiteX15" fmla="*/ 11703277 w 12202113"/>
              <a:gd name="connsiteY15" fmla="*/ 2939735 h 3188466"/>
              <a:gd name="connsiteX16" fmla="*/ 11686094 w 12202113"/>
              <a:gd name="connsiteY16" fmla="*/ 2940570 h 3188466"/>
              <a:gd name="connsiteX17" fmla="*/ 11676788 w 12202113"/>
              <a:gd name="connsiteY17" fmla="*/ 2944321 h 3188466"/>
              <a:gd name="connsiteX18" fmla="*/ 11643464 w 12202113"/>
              <a:gd name="connsiteY18" fmla="*/ 2945066 h 3188466"/>
              <a:gd name="connsiteX19" fmla="*/ 11641922 w 12202113"/>
              <a:gd name="connsiteY19" fmla="*/ 2947200 h 3188466"/>
              <a:gd name="connsiteX20" fmla="*/ 11532386 w 12202113"/>
              <a:gd name="connsiteY20" fmla="*/ 2965529 h 3188466"/>
              <a:gd name="connsiteX21" fmla="*/ 11513619 w 12202113"/>
              <a:gd name="connsiteY21" fmla="*/ 2968556 h 3188466"/>
              <a:gd name="connsiteX22" fmla="*/ 11497404 w 12202113"/>
              <a:gd name="connsiteY22" fmla="*/ 2967639 h 3188466"/>
              <a:gd name="connsiteX23" fmla="*/ 11407630 w 12202113"/>
              <a:gd name="connsiteY23" fmla="*/ 2970255 h 3188466"/>
              <a:gd name="connsiteX24" fmla="*/ 11386276 w 12202113"/>
              <a:gd name="connsiteY24" fmla="*/ 2968648 h 3188466"/>
              <a:gd name="connsiteX25" fmla="*/ 11377296 w 12202113"/>
              <a:gd name="connsiteY25" fmla="*/ 2965257 h 3188466"/>
              <a:gd name="connsiteX26" fmla="*/ 11342536 w 12202113"/>
              <a:gd name="connsiteY26" fmla="*/ 2971666 h 3188466"/>
              <a:gd name="connsiteX27" fmla="*/ 11288902 w 12202113"/>
              <a:gd name="connsiteY27" fmla="*/ 2976058 h 3188466"/>
              <a:gd name="connsiteX28" fmla="*/ 11263411 w 12202113"/>
              <a:gd name="connsiteY28" fmla="*/ 2979228 h 3188466"/>
              <a:gd name="connsiteX29" fmla="*/ 11242843 w 12202113"/>
              <a:gd name="connsiteY29" fmla="*/ 2977303 h 3188466"/>
              <a:gd name="connsiteX30" fmla="*/ 11125798 w 12202113"/>
              <a:gd name="connsiteY30" fmla="*/ 2976816 h 3188466"/>
              <a:gd name="connsiteX31" fmla="*/ 11098884 w 12202113"/>
              <a:gd name="connsiteY31" fmla="*/ 2973758 h 3188466"/>
              <a:gd name="connsiteX32" fmla="*/ 11086128 w 12202113"/>
              <a:gd name="connsiteY32" fmla="*/ 2967663 h 3188466"/>
              <a:gd name="connsiteX33" fmla="*/ 11076132 w 12202113"/>
              <a:gd name="connsiteY33" fmla="*/ 2969836 h 3188466"/>
              <a:gd name="connsiteX34" fmla="*/ 11005337 w 12202113"/>
              <a:gd name="connsiteY34" fmla="*/ 2970053 h 3188466"/>
              <a:gd name="connsiteX35" fmla="*/ 10959154 w 12202113"/>
              <a:gd name="connsiteY35" fmla="*/ 2970750 h 3188466"/>
              <a:gd name="connsiteX36" fmla="*/ 10956347 w 12202113"/>
              <a:gd name="connsiteY36" fmla="*/ 2979118 h 3188466"/>
              <a:gd name="connsiteX37" fmla="*/ 10915223 w 12202113"/>
              <a:gd name="connsiteY37" fmla="*/ 2982099 h 3188466"/>
              <a:gd name="connsiteX38" fmla="*/ 10871398 w 12202113"/>
              <a:gd name="connsiteY38" fmla="*/ 2976728 h 3188466"/>
              <a:gd name="connsiteX39" fmla="*/ 10819743 w 12202113"/>
              <a:gd name="connsiteY39" fmla="*/ 2977481 h 3188466"/>
              <a:gd name="connsiteX40" fmla="*/ 10788834 w 12202113"/>
              <a:gd name="connsiteY40" fmla="*/ 2977840 h 3188466"/>
              <a:gd name="connsiteX41" fmla="*/ 10707711 w 12202113"/>
              <a:gd name="connsiteY41" fmla="*/ 2985644 h 3188466"/>
              <a:gd name="connsiteX42" fmla="*/ 10576086 w 12202113"/>
              <a:gd name="connsiteY42" fmla="*/ 3015319 h 3188466"/>
              <a:gd name="connsiteX43" fmla="*/ 10534761 w 12202113"/>
              <a:gd name="connsiteY43" fmla="*/ 3019524 h 3188466"/>
              <a:gd name="connsiteX44" fmla="*/ 10527537 w 12202113"/>
              <a:gd name="connsiteY44" fmla="*/ 3017814 h 3188466"/>
              <a:gd name="connsiteX45" fmla="*/ 10321799 w 12202113"/>
              <a:gd name="connsiteY45" fmla="*/ 3035635 h 3188466"/>
              <a:gd name="connsiteX46" fmla="*/ 10284989 w 12202113"/>
              <a:gd name="connsiteY46" fmla="*/ 3036679 h 3188466"/>
              <a:gd name="connsiteX47" fmla="*/ 10257423 w 12202113"/>
              <a:gd name="connsiteY47" fmla="*/ 3036027 h 3188466"/>
              <a:gd name="connsiteX48" fmla="*/ 10191450 w 12202113"/>
              <a:gd name="connsiteY48" fmla="*/ 3041963 h 3188466"/>
              <a:gd name="connsiteX49" fmla="*/ 10083845 w 12202113"/>
              <a:gd name="connsiteY49" fmla="*/ 3054978 h 3188466"/>
              <a:gd name="connsiteX50" fmla="*/ 10060611 w 12202113"/>
              <a:gd name="connsiteY50" fmla="*/ 3057035 h 3188466"/>
              <a:gd name="connsiteX51" fmla="*/ 10039363 w 12202113"/>
              <a:gd name="connsiteY51" fmla="*/ 3055961 h 3188466"/>
              <a:gd name="connsiteX52" fmla="*/ 10033322 w 12202113"/>
              <a:gd name="connsiteY52" fmla="*/ 3053238 h 3188466"/>
              <a:gd name="connsiteX53" fmla="*/ 10020337 w 12202113"/>
              <a:gd name="connsiteY53" fmla="*/ 3053912 h 3188466"/>
              <a:gd name="connsiteX54" fmla="*/ 10016616 w 12202113"/>
              <a:gd name="connsiteY54" fmla="*/ 3053498 h 3188466"/>
              <a:gd name="connsiteX55" fmla="*/ 9995549 w 12202113"/>
              <a:gd name="connsiteY55" fmla="*/ 3051719 h 3188466"/>
              <a:gd name="connsiteX56" fmla="*/ 9957212 w 12202113"/>
              <a:gd name="connsiteY56" fmla="*/ 3062663 h 3188466"/>
              <a:gd name="connsiteX57" fmla="*/ 9904584 w 12202113"/>
              <a:gd name="connsiteY57" fmla="*/ 3063999 h 3188466"/>
              <a:gd name="connsiteX58" fmla="*/ 9713857 w 12202113"/>
              <a:gd name="connsiteY58" fmla="*/ 3087955 h 3188466"/>
              <a:gd name="connsiteX59" fmla="*/ 9678879 w 12202113"/>
              <a:gd name="connsiteY59" fmla="*/ 3079676 h 3188466"/>
              <a:gd name="connsiteX60" fmla="*/ 9598760 w 12202113"/>
              <a:gd name="connsiteY60" fmla="*/ 3085228 h 3188466"/>
              <a:gd name="connsiteX61" fmla="*/ 9488796 w 12202113"/>
              <a:gd name="connsiteY61" fmla="*/ 3115384 h 3188466"/>
              <a:gd name="connsiteX62" fmla="*/ 9341972 w 12202113"/>
              <a:gd name="connsiteY62" fmla="*/ 3126583 h 3188466"/>
              <a:gd name="connsiteX63" fmla="*/ 9333795 w 12202113"/>
              <a:gd name="connsiteY63" fmla="*/ 3132083 h 3188466"/>
              <a:gd name="connsiteX64" fmla="*/ 9321736 w 12202113"/>
              <a:gd name="connsiteY64" fmla="*/ 3135834 h 3188466"/>
              <a:gd name="connsiteX65" fmla="*/ 9319405 w 12202113"/>
              <a:gd name="connsiteY65" fmla="*/ 3135561 h 3188466"/>
              <a:gd name="connsiteX66" fmla="*/ 9302847 w 12202113"/>
              <a:gd name="connsiteY66" fmla="*/ 3137746 h 3188466"/>
              <a:gd name="connsiteX67" fmla="*/ 9300930 w 12202113"/>
              <a:gd name="connsiteY67" fmla="*/ 3139687 h 3188466"/>
              <a:gd name="connsiteX68" fmla="*/ 9290106 w 12202113"/>
              <a:gd name="connsiteY68" fmla="*/ 3141645 h 3188466"/>
              <a:gd name="connsiteX69" fmla="*/ 9270220 w 12202113"/>
              <a:gd name="connsiteY69" fmla="*/ 3146737 h 3188466"/>
              <a:gd name="connsiteX70" fmla="*/ 9265150 w 12202113"/>
              <a:gd name="connsiteY70" fmla="*/ 3146531 h 3188466"/>
              <a:gd name="connsiteX71" fmla="*/ 9233057 w 12202113"/>
              <a:gd name="connsiteY71" fmla="*/ 3152408 h 3188466"/>
              <a:gd name="connsiteX72" fmla="*/ 9231974 w 12202113"/>
              <a:gd name="connsiteY72" fmla="*/ 3151938 h 3188466"/>
              <a:gd name="connsiteX73" fmla="*/ 9220130 w 12202113"/>
              <a:gd name="connsiteY73" fmla="*/ 3151189 h 3188466"/>
              <a:gd name="connsiteX74" fmla="*/ 9198955 w 12202113"/>
              <a:gd name="connsiteY74" fmla="*/ 3151015 h 3188466"/>
              <a:gd name="connsiteX75" fmla="*/ 9142196 w 12202113"/>
              <a:gd name="connsiteY75" fmla="*/ 3143802 h 3188466"/>
              <a:gd name="connsiteX76" fmla="*/ 9108665 w 12202113"/>
              <a:gd name="connsiteY76" fmla="*/ 3149868 h 3188466"/>
              <a:gd name="connsiteX77" fmla="*/ 9014086 w 12202113"/>
              <a:gd name="connsiteY77" fmla="*/ 3150791 h 3188466"/>
              <a:gd name="connsiteX78" fmla="*/ 8915037 w 12202113"/>
              <a:gd name="connsiteY78" fmla="*/ 3140020 h 3188466"/>
              <a:gd name="connsiteX79" fmla="*/ 8815667 w 12202113"/>
              <a:gd name="connsiteY79" fmla="*/ 3138606 h 3188466"/>
              <a:gd name="connsiteX80" fmla="*/ 8779688 w 12202113"/>
              <a:gd name="connsiteY80" fmla="*/ 3138895 h 3188466"/>
              <a:gd name="connsiteX81" fmla="*/ 8715556 w 12202113"/>
              <a:gd name="connsiteY81" fmla="*/ 3135878 h 3188466"/>
              <a:gd name="connsiteX82" fmla="*/ 8686183 w 12202113"/>
              <a:gd name="connsiteY82" fmla="*/ 3132307 h 3188466"/>
              <a:gd name="connsiteX83" fmla="*/ 8684895 w 12202113"/>
              <a:gd name="connsiteY83" fmla="*/ 3132527 h 3188466"/>
              <a:gd name="connsiteX84" fmla="*/ 8682270 w 12202113"/>
              <a:gd name="connsiteY84" fmla="*/ 3130989 h 3188466"/>
              <a:gd name="connsiteX85" fmla="*/ 8676836 w 12202113"/>
              <a:gd name="connsiteY85" fmla="*/ 3130278 h 3188466"/>
              <a:gd name="connsiteX86" fmla="*/ 8662002 w 12202113"/>
              <a:gd name="connsiteY86" fmla="*/ 3130735 h 3188466"/>
              <a:gd name="connsiteX87" fmla="*/ 8656423 w 12202113"/>
              <a:gd name="connsiteY87" fmla="*/ 3131304 h 3188466"/>
              <a:gd name="connsiteX88" fmla="*/ 8648261 w 12202113"/>
              <a:gd name="connsiteY88" fmla="*/ 3131294 h 3188466"/>
              <a:gd name="connsiteX89" fmla="*/ 8648057 w 12202113"/>
              <a:gd name="connsiteY89" fmla="*/ 3131167 h 3188466"/>
              <a:gd name="connsiteX90" fmla="*/ 8640412 w 12202113"/>
              <a:gd name="connsiteY90" fmla="*/ 3131403 h 3188466"/>
              <a:gd name="connsiteX91" fmla="*/ 8603003 w 12202113"/>
              <a:gd name="connsiteY91" fmla="*/ 3134155 h 3188466"/>
              <a:gd name="connsiteX92" fmla="*/ 8553571 w 12202113"/>
              <a:gd name="connsiteY92" fmla="*/ 3122125 h 3188466"/>
              <a:gd name="connsiteX93" fmla="*/ 8533128 w 12202113"/>
              <a:gd name="connsiteY93" fmla="*/ 3120039 h 3188466"/>
              <a:gd name="connsiteX94" fmla="*/ 8522209 w 12202113"/>
              <a:gd name="connsiteY94" fmla="*/ 3118252 h 3188466"/>
              <a:gd name="connsiteX95" fmla="*/ 8521532 w 12202113"/>
              <a:gd name="connsiteY95" fmla="*/ 3117705 h 3188466"/>
              <a:gd name="connsiteX96" fmla="*/ 8485667 w 12202113"/>
              <a:gd name="connsiteY96" fmla="*/ 3120406 h 3188466"/>
              <a:gd name="connsiteX97" fmla="*/ 8480905 w 12202113"/>
              <a:gd name="connsiteY97" fmla="*/ 3119749 h 3188466"/>
              <a:gd name="connsiteX98" fmla="*/ 8457530 w 12202113"/>
              <a:gd name="connsiteY98" fmla="*/ 3122810 h 3188466"/>
              <a:gd name="connsiteX99" fmla="*/ 8445451 w 12202113"/>
              <a:gd name="connsiteY99" fmla="*/ 3123697 h 3188466"/>
              <a:gd name="connsiteX100" fmla="*/ 8442039 w 12202113"/>
              <a:gd name="connsiteY100" fmla="*/ 3125378 h 3188466"/>
              <a:gd name="connsiteX101" fmla="*/ 8424215 w 12202113"/>
              <a:gd name="connsiteY101" fmla="*/ 3125963 h 3188466"/>
              <a:gd name="connsiteX102" fmla="*/ 8422165 w 12202113"/>
              <a:gd name="connsiteY102" fmla="*/ 3125491 h 3188466"/>
              <a:gd name="connsiteX103" fmla="*/ 8407465 w 12202113"/>
              <a:gd name="connsiteY103" fmla="*/ 3127979 h 3188466"/>
              <a:gd name="connsiteX104" fmla="*/ 8395146 w 12202113"/>
              <a:gd name="connsiteY104" fmla="*/ 3132488 h 3188466"/>
              <a:gd name="connsiteX105" fmla="*/ 8243538 w 12202113"/>
              <a:gd name="connsiteY105" fmla="*/ 3129873 h 3188466"/>
              <a:gd name="connsiteX106" fmla="*/ 8112685 w 12202113"/>
              <a:gd name="connsiteY106" fmla="*/ 3148698 h 3188466"/>
              <a:gd name="connsiteX107" fmla="*/ 8026741 w 12202113"/>
              <a:gd name="connsiteY107" fmla="*/ 3154015 h 3188466"/>
              <a:gd name="connsiteX108" fmla="*/ 8030400 w 12202113"/>
              <a:gd name="connsiteY108" fmla="*/ 3146736 h 3188466"/>
              <a:gd name="connsiteX109" fmla="*/ 8002987 w 12202113"/>
              <a:gd name="connsiteY109" fmla="*/ 3135663 h 3188466"/>
              <a:gd name="connsiteX110" fmla="*/ 7798568 w 12202113"/>
              <a:gd name="connsiteY110" fmla="*/ 3141249 h 3188466"/>
              <a:gd name="connsiteX111" fmla="*/ 7746353 w 12202113"/>
              <a:gd name="connsiteY111" fmla="*/ 3137755 h 3188466"/>
              <a:gd name="connsiteX112" fmla="*/ 7700395 w 12202113"/>
              <a:gd name="connsiteY112" fmla="*/ 3144729 h 3188466"/>
              <a:gd name="connsiteX113" fmla="*/ 7681335 w 12202113"/>
              <a:gd name="connsiteY113" fmla="*/ 3141120 h 3188466"/>
              <a:gd name="connsiteX114" fmla="*/ 7678044 w 12202113"/>
              <a:gd name="connsiteY114" fmla="*/ 3140387 h 3188466"/>
              <a:gd name="connsiteX115" fmla="*/ 7664890 w 12202113"/>
              <a:gd name="connsiteY115" fmla="*/ 3139855 h 3188466"/>
              <a:gd name="connsiteX116" fmla="*/ 7661183 w 12202113"/>
              <a:gd name="connsiteY116" fmla="*/ 3136706 h 3188466"/>
              <a:gd name="connsiteX117" fmla="*/ 7641383 w 12202113"/>
              <a:gd name="connsiteY117" fmla="*/ 3133755 h 3188466"/>
              <a:gd name="connsiteX118" fmla="*/ 7617169 w 12202113"/>
              <a:gd name="connsiteY118" fmla="*/ 3133614 h 3188466"/>
              <a:gd name="connsiteX119" fmla="*/ 7531143 w 12202113"/>
              <a:gd name="connsiteY119" fmla="*/ 3132781 h 3188466"/>
              <a:gd name="connsiteX120" fmla="*/ 7517113 w 12202113"/>
              <a:gd name="connsiteY120" fmla="*/ 3134483 h 3188466"/>
              <a:gd name="connsiteX121" fmla="*/ 7471320 w 12202113"/>
              <a:gd name="connsiteY121" fmla="*/ 3131645 h 3188466"/>
              <a:gd name="connsiteX122" fmla="*/ 7430512 w 12202113"/>
              <a:gd name="connsiteY122" fmla="*/ 3131007 h 3188466"/>
              <a:gd name="connsiteX123" fmla="*/ 7404071 w 12202113"/>
              <a:gd name="connsiteY123" fmla="*/ 3132361 h 3188466"/>
              <a:gd name="connsiteX124" fmla="*/ 7397140 w 12202113"/>
              <a:gd name="connsiteY124" fmla="*/ 3131239 h 3188466"/>
              <a:gd name="connsiteX125" fmla="*/ 7370514 w 12202113"/>
              <a:gd name="connsiteY125" fmla="*/ 3130516 h 3188466"/>
              <a:gd name="connsiteX126" fmla="*/ 7356953 w 12202113"/>
              <a:gd name="connsiteY126" fmla="*/ 3132179 h 3188466"/>
              <a:gd name="connsiteX127" fmla="*/ 7343567 w 12202113"/>
              <a:gd name="connsiteY127" fmla="*/ 3128350 h 3188466"/>
              <a:gd name="connsiteX128" fmla="*/ 7340295 w 12202113"/>
              <a:gd name="connsiteY128" fmla="*/ 3125545 h 3188466"/>
              <a:gd name="connsiteX129" fmla="*/ 7321348 w 12202113"/>
              <a:gd name="connsiteY129" fmla="*/ 3126804 h 3188466"/>
              <a:gd name="connsiteX130" fmla="*/ 7305815 w 12202113"/>
              <a:gd name="connsiteY130" fmla="*/ 3124063 h 3188466"/>
              <a:gd name="connsiteX131" fmla="*/ 7292274 w 12202113"/>
              <a:gd name="connsiteY131" fmla="*/ 3125855 h 3188466"/>
              <a:gd name="connsiteX132" fmla="*/ 7286654 w 12202113"/>
              <a:gd name="connsiteY132" fmla="*/ 3125451 h 3188466"/>
              <a:gd name="connsiteX133" fmla="*/ 7272685 w 12202113"/>
              <a:gd name="connsiteY133" fmla="*/ 3124094 h 3188466"/>
              <a:gd name="connsiteX134" fmla="*/ 7248584 w 12202113"/>
              <a:gd name="connsiteY134" fmla="*/ 3121080 h 3188466"/>
              <a:gd name="connsiteX135" fmla="*/ 7241065 w 12202113"/>
              <a:gd name="connsiteY135" fmla="*/ 3120661 h 3188466"/>
              <a:gd name="connsiteX136" fmla="*/ 7224696 w 12202113"/>
              <a:gd name="connsiteY136" fmla="*/ 3116051 h 3188466"/>
              <a:gd name="connsiteX137" fmla="*/ 7193009 w 12202113"/>
              <a:gd name="connsiteY137" fmla="*/ 3112108 h 3188466"/>
              <a:gd name="connsiteX138" fmla="*/ 7137220 w 12202113"/>
              <a:gd name="connsiteY138" fmla="*/ 3098354 h 3188466"/>
              <a:gd name="connsiteX139" fmla="*/ 7104427 w 12202113"/>
              <a:gd name="connsiteY139" fmla="*/ 3091790 h 3188466"/>
              <a:gd name="connsiteX140" fmla="*/ 7082240 w 12202113"/>
              <a:gd name="connsiteY140" fmla="*/ 3085740 h 3188466"/>
              <a:gd name="connsiteX141" fmla="*/ 7016754 w 12202113"/>
              <a:gd name="connsiteY141" fmla="*/ 3077196 h 3188466"/>
              <a:gd name="connsiteX142" fmla="*/ 6904436 w 12202113"/>
              <a:gd name="connsiteY142" fmla="*/ 3065900 h 3188466"/>
              <a:gd name="connsiteX143" fmla="*/ 6881434 w 12202113"/>
              <a:gd name="connsiteY143" fmla="*/ 3062865 h 3188466"/>
              <a:gd name="connsiteX144" fmla="*/ 6865273 w 12202113"/>
              <a:gd name="connsiteY144" fmla="*/ 3057749 h 3188466"/>
              <a:gd name="connsiteX145" fmla="*/ 6864671 w 12202113"/>
              <a:gd name="connsiteY145" fmla="*/ 3054378 h 3188466"/>
              <a:gd name="connsiteX146" fmla="*/ 6852599 w 12202113"/>
              <a:gd name="connsiteY146" fmla="*/ 3052306 h 3188466"/>
              <a:gd name="connsiteX147" fmla="*/ 6850143 w 12202113"/>
              <a:gd name="connsiteY147" fmla="*/ 3051232 h 3188466"/>
              <a:gd name="connsiteX148" fmla="*/ 6835301 w 12202113"/>
              <a:gd name="connsiteY148" fmla="*/ 3045593 h 3188466"/>
              <a:gd name="connsiteX149" fmla="*/ 6784871 w 12202113"/>
              <a:gd name="connsiteY149" fmla="*/ 3046562 h 3188466"/>
              <a:gd name="connsiteX150" fmla="*/ 6738245 w 12202113"/>
              <a:gd name="connsiteY150" fmla="*/ 3037055 h 3188466"/>
              <a:gd name="connsiteX151" fmla="*/ 6537703 w 12202113"/>
              <a:gd name="connsiteY151" fmla="*/ 3017736 h 3188466"/>
              <a:gd name="connsiteX152" fmla="*/ 6521858 w 12202113"/>
              <a:gd name="connsiteY152" fmla="*/ 3004158 h 3188466"/>
              <a:gd name="connsiteX153" fmla="*/ 6445069 w 12202113"/>
              <a:gd name="connsiteY153" fmla="*/ 2992470 h 3188466"/>
              <a:gd name="connsiteX154" fmla="*/ 6302447 w 12202113"/>
              <a:gd name="connsiteY154" fmla="*/ 2994274 h 3188466"/>
              <a:gd name="connsiteX155" fmla="*/ 6160029 w 12202113"/>
              <a:gd name="connsiteY155" fmla="*/ 2973666 h 3188466"/>
              <a:gd name="connsiteX156" fmla="*/ 6144046 w 12202113"/>
              <a:gd name="connsiteY156" fmla="*/ 2976380 h 3188466"/>
              <a:gd name="connsiteX157" fmla="*/ 6127670 w 12202113"/>
              <a:gd name="connsiteY157" fmla="*/ 2976929 h 3188466"/>
              <a:gd name="connsiteX158" fmla="*/ 6126155 w 12202113"/>
              <a:gd name="connsiteY158" fmla="*/ 2976245 h 3188466"/>
              <a:gd name="connsiteX159" fmla="*/ 6108575 w 12202113"/>
              <a:gd name="connsiteY159" fmla="*/ 2974651 h 3188466"/>
              <a:gd name="connsiteX160" fmla="*/ 6103746 w 12202113"/>
              <a:gd name="connsiteY160" fmla="*/ 2975803 h 3188466"/>
              <a:gd name="connsiteX161" fmla="*/ 6091377 w 12202113"/>
              <a:gd name="connsiteY161" fmla="*/ 2975180 h 3188466"/>
              <a:gd name="connsiteX162" fmla="*/ 6066183 w 12202113"/>
              <a:gd name="connsiteY162" fmla="*/ 2975222 h 3188466"/>
              <a:gd name="connsiteX163" fmla="*/ 6063287 w 12202113"/>
              <a:gd name="connsiteY163" fmla="*/ 2974353 h 3188466"/>
              <a:gd name="connsiteX164" fmla="*/ 6054813 w 12202113"/>
              <a:gd name="connsiteY164" fmla="*/ 2974911 h 3188466"/>
              <a:gd name="connsiteX165" fmla="*/ 6050809 w 12202113"/>
              <a:gd name="connsiteY165" fmla="*/ 2973985 h 3188466"/>
              <a:gd name="connsiteX166" fmla="*/ 6013979 w 12202113"/>
              <a:gd name="connsiteY166" fmla="*/ 2974553 h 3188466"/>
              <a:gd name="connsiteX167" fmla="*/ 6013800 w 12202113"/>
              <a:gd name="connsiteY167" fmla="*/ 2973973 h 3188466"/>
              <a:gd name="connsiteX168" fmla="*/ 6004866 w 12202113"/>
              <a:gd name="connsiteY168" fmla="*/ 2971570 h 3188466"/>
              <a:gd name="connsiteX169" fmla="*/ 5987036 w 12202113"/>
              <a:gd name="connsiteY169" fmla="*/ 2968315 h 3188466"/>
              <a:gd name="connsiteX170" fmla="*/ 5950027 w 12202113"/>
              <a:gd name="connsiteY170" fmla="*/ 2953546 h 3188466"/>
              <a:gd name="connsiteX171" fmla="*/ 5911668 w 12202113"/>
              <a:gd name="connsiteY171" fmla="*/ 2954074 h 3188466"/>
              <a:gd name="connsiteX172" fmla="*/ 5904110 w 12202113"/>
              <a:gd name="connsiteY172" fmla="*/ 2953861 h 3188466"/>
              <a:gd name="connsiteX173" fmla="*/ 5904026 w 12202113"/>
              <a:gd name="connsiteY173" fmla="*/ 2953724 h 3188466"/>
              <a:gd name="connsiteX174" fmla="*/ 5896189 w 12202113"/>
              <a:gd name="connsiteY174" fmla="*/ 2953236 h 3188466"/>
              <a:gd name="connsiteX175" fmla="*/ 5890331 w 12202113"/>
              <a:gd name="connsiteY175" fmla="*/ 2953471 h 3188466"/>
              <a:gd name="connsiteX176" fmla="*/ 5875672 w 12202113"/>
              <a:gd name="connsiteY176" fmla="*/ 2953056 h 3188466"/>
              <a:gd name="connsiteX177" fmla="*/ 5871070 w 12202113"/>
              <a:gd name="connsiteY177" fmla="*/ 2952035 h 3188466"/>
              <a:gd name="connsiteX178" fmla="*/ 5869888 w 12202113"/>
              <a:gd name="connsiteY178" fmla="*/ 2950364 h 3188466"/>
              <a:gd name="connsiteX179" fmla="*/ 5868461 w 12202113"/>
              <a:gd name="connsiteY179" fmla="*/ 2950506 h 3188466"/>
              <a:gd name="connsiteX180" fmla="*/ 5843343 w 12202113"/>
              <a:gd name="connsiteY180" fmla="*/ 2945262 h 3188466"/>
              <a:gd name="connsiteX181" fmla="*/ 5784331 w 12202113"/>
              <a:gd name="connsiteY181" fmla="*/ 2938531 h 3188466"/>
              <a:gd name="connsiteX182" fmla="*/ 5749498 w 12202113"/>
              <a:gd name="connsiteY182" fmla="*/ 2936713 h 3188466"/>
              <a:gd name="connsiteX183" fmla="*/ 5655214 w 12202113"/>
              <a:gd name="connsiteY183" fmla="*/ 2929503 h 3188466"/>
              <a:gd name="connsiteX184" fmla="*/ 5561446 w 12202113"/>
              <a:gd name="connsiteY184" fmla="*/ 2920575 h 3188466"/>
              <a:gd name="connsiteX185" fmla="*/ 5519456 w 12202113"/>
              <a:gd name="connsiteY185" fmla="*/ 2906631 h 3188466"/>
              <a:gd name="connsiteX186" fmla="*/ 5514099 w 12202113"/>
              <a:gd name="connsiteY186" fmla="*/ 2906097 h 3188466"/>
              <a:gd name="connsiteX187" fmla="*/ 5499273 w 12202113"/>
              <a:gd name="connsiteY187" fmla="*/ 2907057 h 3188466"/>
              <a:gd name="connsiteX188" fmla="*/ 5493664 w 12202113"/>
              <a:gd name="connsiteY188" fmla="*/ 2907817 h 3188466"/>
              <a:gd name="connsiteX189" fmla="*/ 5485530 w 12202113"/>
              <a:gd name="connsiteY189" fmla="*/ 2908080 h 3188466"/>
              <a:gd name="connsiteX190" fmla="*/ 5485337 w 12202113"/>
              <a:gd name="connsiteY190" fmla="*/ 2907959 h 3188466"/>
              <a:gd name="connsiteX191" fmla="*/ 5477696 w 12202113"/>
              <a:gd name="connsiteY191" fmla="*/ 2908455 h 3188466"/>
              <a:gd name="connsiteX192" fmla="*/ 5440170 w 12202113"/>
              <a:gd name="connsiteY192" fmla="*/ 2912482 h 3188466"/>
              <a:gd name="connsiteX193" fmla="*/ 5391911 w 12202113"/>
              <a:gd name="connsiteY193" fmla="*/ 2902040 h 3188466"/>
              <a:gd name="connsiteX194" fmla="*/ 5371708 w 12202113"/>
              <a:gd name="connsiteY194" fmla="*/ 2900629 h 3188466"/>
              <a:gd name="connsiteX195" fmla="*/ 5360976 w 12202113"/>
              <a:gd name="connsiteY195" fmla="*/ 2899197 h 3188466"/>
              <a:gd name="connsiteX196" fmla="*/ 5360345 w 12202113"/>
              <a:gd name="connsiteY196" fmla="*/ 2898671 h 3188466"/>
              <a:gd name="connsiteX197" fmla="*/ 5324367 w 12202113"/>
              <a:gd name="connsiteY197" fmla="*/ 2902593 h 3188466"/>
              <a:gd name="connsiteX198" fmla="*/ 5319673 w 12202113"/>
              <a:gd name="connsiteY198" fmla="*/ 2902094 h 3188466"/>
              <a:gd name="connsiteX199" fmla="*/ 5296114 w 12202113"/>
              <a:gd name="connsiteY199" fmla="*/ 2905958 h 3188466"/>
              <a:gd name="connsiteX200" fmla="*/ 5283999 w 12202113"/>
              <a:gd name="connsiteY200" fmla="*/ 2907258 h 3188466"/>
              <a:gd name="connsiteX201" fmla="*/ 5280460 w 12202113"/>
              <a:gd name="connsiteY201" fmla="*/ 2909063 h 3188466"/>
              <a:gd name="connsiteX202" fmla="*/ 5262637 w 12202113"/>
              <a:gd name="connsiteY202" fmla="*/ 2910250 h 3188466"/>
              <a:gd name="connsiteX203" fmla="*/ 5260635 w 12202113"/>
              <a:gd name="connsiteY203" fmla="*/ 2909845 h 3188466"/>
              <a:gd name="connsiteX204" fmla="*/ 5245770 w 12202113"/>
              <a:gd name="connsiteY204" fmla="*/ 2912842 h 3188466"/>
              <a:gd name="connsiteX205" fmla="*/ 5233108 w 12202113"/>
              <a:gd name="connsiteY205" fmla="*/ 2917794 h 3188466"/>
              <a:gd name="connsiteX206" fmla="*/ 5082201 w 12202113"/>
              <a:gd name="connsiteY206" fmla="*/ 2920260 h 3188466"/>
              <a:gd name="connsiteX207" fmla="*/ 4939211 w 12202113"/>
              <a:gd name="connsiteY207" fmla="*/ 2931760 h 3188466"/>
              <a:gd name="connsiteX208" fmla="*/ 4794309 w 12202113"/>
              <a:gd name="connsiteY208" fmla="*/ 2937227 h 3188466"/>
              <a:gd name="connsiteX209" fmla="*/ 4637676 w 12202113"/>
              <a:gd name="connsiteY209" fmla="*/ 2946666 h 3188466"/>
              <a:gd name="connsiteX210" fmla="*/ 4585922 w 12202113"/>
              <a:gd name="connsiteY210" fmla="*/ 2944906 h 3188466"/>
              <a:gd name="connsiteX211" fmla="*/ 4539516 w 12202113"/>
              <a:gd name="connsiteY211" fmla="*/ 2953466 h 3188466"/>
              <a:gd name="connsiteX212" fmla="*/ 4520819 w 12202113"/>
              <a:gd name="connsiteY212" fmla="*/ 2950477 h 3188466"/>
              <a:gd name="connsiteX213" fmla="*/ 4517604 w 12202113"/>
              <a:gd name="connsiteY213" fmla="*/ 2949852 h 3188466"/>
              <a:gd name="connsiteX214" fmla="*/ 4504537 w 12202113"/>
              <a:gd name="connsiteY214" fmla="*/ 2949759 h 3188466"/>
              <a:gd name="connsiteX215" fmla="*/ 4501104 w 12202113"/>
              <a:gd name="connsiteY215" fmla="*/ 2946715 h 3188466"/>
              <a:gd name="connsiteX216" fmla="*/ 4342695 w 12202113"/>
              <a:gd name="connsiteY216" fmla="*/ 2951638 h 3188466"/>
              <a:gd name="connsiteX217" fmla="*/ 4274096 w 12202113"/>
              <a:gd name="connsiteY217" fmla="*/ 2953640 h 3188466"/>
              <a:gd name="connsiteX218" fmla="*/ 4248170 w 12202113"/>
              <a:gd name="connsiteY218" fmla="*/ 2951384 h 3188466"/>
              <a:gd name="connsiteX219" fmla="*/ 4147924 w 12202113"/>
              <a:gd name="connsiteY219" fmla="*/ 2945945 h 3188466"/>
              <a:gd name="connsiteX220" fmla="*/ 4061825 w 12202113"/>
              <a:gd name="connsiteY220" fmla="*/ 2944206 h 3188466"/>
              <a:gd name="connsiteX221" fmla="*/ 3998557 w 12202113"/>
              <a:gd name="connsiteY221" fmla="*/ 2955821 h 3188466"/>
              <a:gd name="connsiteX222" fmla="*/ 3993107 w 12202113"/>
              <a:gd name="connsiteY222" fmla="*/ 2953708 h 3188466"/>
              <a:gd name="connsiteX223" fmla="*/ 3949713 w 12202113"/>
              <a:gd name="connsiteY223" fmla="*/ 2955441 h 3188466"/>
              <a:gd name="connsiteX224" fmla="*/ 3797284 w 12202113"/>
              <a:gd name="connsiteY224" fmla="*/ 2977037 h 3188466"/>
              <a:gd name="connsiteX225" fmla="*/ 3712498 w 12202113"/>
              <a:gd name="connsiteY225" fmla="*/ 2979996 h 3188466"/>
              <a:gd name="connsiteX226" fmla="*/ 3682471 w 12202113"/>
              <a:gd name="connsiteY226" fmla="*/ 2978543 h 3188466"/>
              <a:gd name="connsiteX227" fmla="*/ 3632163 w 12202113"/>
              <a:gd name="connsiteY227" fmla="*/ 2976264 h 3188466"/>
              <a:gd name="connsiteX228" fmla="*/ 3594728 w 12202113"/>
              <a:gd name="connsiteY228" fmla="*/ 2968398 h 3188466"/>
              <a:gd name="connsiteX229" fmla="*/ 3552594 w 12202113"/>
              <a:gd name="connsiteY229" fmla="*/ 2968934 h 3188466"/>
              <a:gd name="connsiteX230" fmla="*/ 3542589 w 12202113"/>
              <a:gd name="connsiteY230" fmla="*/ 2977031 h 3188466"/>
              <a:gd name="connsiteX231" fmla="*/ 3497591 w 12202113"/>
              <a:gd name="connsiteY231" fmla="*/ 2975018 h 3188466"/>
              <a:gd name="connsiteX232" fmla="*/ 3429352 w 12202113"/>
              <a:gd name="connsiteY232" fmla="*/ 2971090 h 3188466"/>
              <a:gd name="connsiteX233" fmla="*/ 3389938 w 12202113"/>
              <a:gd name="connsiteY233" fmla="*/ 2970884 h 3188466"/>
              <a:gd name="connsiteX234" fmla="*/ 3282344 w 12202113"/>
              <a:gd name="connsiteY234" fmla="*/ 2968084 h 3188466"/>
              <a:gd name="connsiteX235" fmla="*/ 3174624 w 12202113"/>
              <a:gd name="connsiteY235" fmla="*/ 2963576 h 3188466"/>
              <a:gd name="connsiteX236" fmla="*/ 3111077 w 12202113"/>
              <a:gd name="connsiteY236" fmla="*/ 2951285 h 3188466"/>
              <a:gd name="connsiteX237" fmla="*/ 3022501 w 12202113"/>
              <a:gd name="connsiteY237" fmla="*/ 2948619 h 3188466"/>
              <a:gd name="connsiteX238" fmla="*/ 3007714 w 12202113"/>
              <a:gd name="connsiteY238" fmla="*/ 2946762 h 3188466"/>
              <a:gd name="connsiteX239" fmla="*/ 2903098 w 12202113"/>
              <a:gd name="connsiteY239" fmla="*/ 2940576 h 3188466"/>
              <a:gd name="connsiteX240" fmla="*/ 2781591 w 12202113"/>
              <a:gd name="connsiteY240" fmla="*/ 2946394 h 3188466"/>
              <a:gd name="connsiteX241" fmla="*/ 2627942 w 12202113"/>
              <a:gd name="connsiteY241" fmla="*/ 2919996 h 3188466"/>
              <a:gd name="connsiteX242" fmla="*/ 2354959 w 12202113"/>
              <a:gd name="connsiteY242" fmla="*/ 2882080 h 3188466"/>
              <a:gd name="connsiteX243" fmla="*/ 2063184 w 12202113"/>
              <a:gd name="connsiteY243" fmla="*/ 2879109 h 3188466"/>
              <a:gd name="connsiteX244" fmla="*/ 1986946 w 12202113"/>
              <a:gd name="connsiteY244" fmla="*/ 2887619 h 3188466"/>
              <a:gd name="connsiteX245" fmla="*/ 1763479 w 12202113"/>
              <a:gd name="connsiteY245" fmla="*/ 2909077 h 3188466"/>
              <a:gd name="connsiteX246" fmla="*/ 1537980 w 12202113"/>
              <a:gd name="connsiteY246" fmla="*/ 2960398 h 3188466"/>
              <a:gd name="connsiteX247" fmla="*/ 1395229 w 12202113"/>
              <a:gd name="connsiteY247" fmla="*/ 2975625 h 3188466"/>
              <a:gd name="connsiteX248" fmla="*/ 1327834 w 12202113"/>
              <a:gd name="connsiteY248" fmla="*/ 2989485 h 3188466"/>
              <a:gd name="connsiteX249" fmla="*/ 1280757 w 12202113"/>
              <a:gd name="connsiteY249" fmla="*/ 2992959 h 3188466"/>
              <a:gd name="connsiteX250" fmla="*/ 1252582 w 12202113"/>
              <a:gd name="connsiteY250" fmla="*/ 2995877 h 3188466"/>
              <a:gd name="connsiteX251" fmla="*/ 1204670 w 12202113"/>
              <a:gd name="connsiteY251" fmla="*/ 3014826 h 3188466"/>
              <a:gd name="connsiteX252" fmla="*/ 1020457 w 12202113"/>
              <a:gd name="connsiteY252" fmla="*/ 3031603 h 3188466"/>
              <a:gd name="connsiteX253" fmla="*/ 843248 w 12202113"/>
              <a:gd name="connsiteY253" fmla="*/ 3026954 h 3188466"/>
              <a:gd name="connsiteX254" fmla="*/ 583517 w 12202113"/>
              <a:gd name="connsiteY254" fmla="*/ 3089095 h 3188466"/>
              <a:gd name="connsiteX255" fmla="*/ 556836 w 12202113"/>
              <a:gd name="connsiteY255" fmla="*/ 3094374 h 3188466"/>
              <a:gd name="connsiteX256" fmla="*/ 412089 w 12202113"/>
              <a:gd name="connsiteY256" fmla="*/ 3121334 h 3188466"/>
              <a:gd name="connsiteX257" fmla="*/ 83929 w 12202113"/>
              <a:gd name="connsiteY257" fmla="*/ 3150566 h 3188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Lst>
            <a:rect l="l" t="t" r="r" b="b"/>
            <a:pathLst>
              <a:path w="12202113" h="3188466">
                <a:moveTo>
                  <a:pt x="0" y="3188466"/>
                </a:moveTo>
                <a:lnTo>
                  <a:pt x="10116" y="2657641"/>
                </a:lnTo>
                <a:lnTo>
                  <a:pt x="10116" y="0"/>
                </a:lnTo>
                <a:lnTo>
                  <a:pt x="12202113" y="0"/>
                </a:lnTo>
                <a:lnTo>
                  <a:pt x="12202113" y="2879832"/>
                </a:lnTo>
                <a:lnTo>
                  <a:pt x="12198167" y="2880360"/>
                </a:lnTo>
                <a:cubicBezTo>
                  <a:pt x="12163116" y="2884349"/>
                  <a:pt x="12143771" y="2884544"/>
                  <a:pt x="12122128" y="2887194"/>
                </a:cubicBezTo>
                <a:cubicBezTo>
                  <a:pt x="12087086" y="2893347"/>
                  <a:pt x="12050015" y="2907304"/>
                  <a:pt x="12028868" y="2911786"/>
                </a:cubicBezTo>
                <a:lnTo>
                  <a:pt x="11995238" y="2914090"/>
                </a:lnTo>
                <a:lnTo>
                  <a:pt x="11996460" y="2918442"/>
                </a:lnTo>
                <a:lnTo>
                  <a:pt x="11983968" y="2918762"/>
                </a:lnTo>
                <a:lnTo>
                  <a:pt x="11956084" y="2918868"/>
                </a:lnTo>
                <a:cubicBezTo>
                  <a:pt x="11938684" y="2919526"/>
                  <a:pt x="11890300" y="2918483"/>
                  <a:pt x="11872586" y="2920076"/>
                </a:cubicBezTo>
                <a:cubicBezTo>
                  <a:pt x="11867476" y="2924717"/>
                  <a:pt x="11859589" y="2927247"/>
                  <a:pt x="11849804" y="2928420"/>
                </a:cubicBezTo>
                <a:lnTo>
                  <a:pt x="11828254" y="2928551"/>
                </a:lnTo>
                <a:lnTo>
                  <a:pt x="11703277" y="2939735"/>
                </a:lnTo>
                <a:lnTo>
                  <a:pt x="11686094" y="2940570"/>
                </a:lnTo>
                <a:lnTo>
                  <a:pt x="11676788" y="2944321"/>
                </a:lnTo>
                <a:cubicBezTo>
                  <a:pt x="11669684" y="2945069"/>
                  <a:pt x="11649276" y="2944585"/>
                  <a:pt x="11643464" y="2945066"/>
                </a:cubicBezTo>
                <a:lnTo>
                  <a:pt x="11641922" y="2947200"/>
                </a:lnTo>
                <a:cubicBezTo>
                  <a:pt x="11623408" y="2950611"/>
                  <a:pt x="11553770" y="2961969"/>
                  <a:pt x="11532386" y="2965529"/>
                </a:cubicBezTo>
                <a:cubicBezTo>
                  <a:pt x="11528114" y="2962248"/>
                  <a:pt x="11518548" y="2967430"/>
                  <a:pt x="11513619" y="2968556"/>
                </a:cubicBezTo>
                <a:cubicBezTo>
                  <a:pt x="11512856" y="2966346"/>
                  <a:pt x="11500924" y="2965672"/>
                  <a:pt x="11497404" y="2967639"/>
                </a:cubicBezTo>
                <a:cubicBezTo>
                  <a:pt x="11413522" y="2978420"/>
                  <a:pt x="11455510" y="2956141"/>
                  <a:pt x="11407630" y="2970255"/>
                </a:cubicBezTo>
                <a:cubicBezTo>
                  <a:pt x="11399160" y="2971190"/>
                  <a:pt x="11392296" y="2970299"/>
                  <a:pt x="11386276" y="2968648"/>
                </a:cubicBezTo>
                <a:lnTo>
                  <a:pt x="11377296" y="2965257"/>
                </a:lnTo>
                <a:lnTo>
                  <a:pt x="11342536" y="2971666"/>
                </a:lnTo>
                <a:cubicBezTo>
                  <a:pt x="11325414" y="2973900"/>
                  <a:pt x="11307393" y="2975381"/>
                  <a:pt x="11288902" y="2976058"/>
                </a:cubicBezTo>
                <a:cubicBezTo>
                  <a:pt x="11284753" y="2971542"/>
                  <a:pt x="11270239" y="2977957"/>
                  <a:pt x="11263411" y="2979228"/>
                </a:cubicBezTo>
                <a:cubicBezTo>
                  <a:pt x="11263340" y="2976278"/>
                  <a:pt x="11248212" y="2974865"/>
                  <a:pt x="11242843" y="2977303"/>
                </a:cubicBezTo>
                <a:cubicBezTo>
                  <a:pt x="11130019" y="2987845"/>
                  <a:pt x="11193504" y="2960297"/>
                  <a:pt x="11125798" y="2976816"/>
                </a:cubicBezTo>
                <a:cubicBezTo>
                  <a:pt x="11114472" y="2977677"/>
                  <a:pt x="11105974" y="2976199"/>
                  <a:pt x="11098884" y="2973758"/>
                </a:cubicBezTo>
                <a:lnTo>
                  <a:pt x="11086128" y="2967663"/>
                </a:lnTo>
                <a:lnTo>
                  <a:pt x="11076132" y="2969836"/>
                </a:lnTo>
                <a:cubicBezTo>
                  <a:pt x="11038408" y="2970007"/>
                  <a:pt x="11027285" y="2963760"/>
                  <a:pt x="11005337" y="2970053"/>
                </a:cubicBezTo>
                <a:cubicBezTo>
                  <a:pt x="10972902" y="2956973"/>
                  <a:pt x="10983824" y="2968749"/>
                  <a:pt x="10959154" y="2970750"/>
                </a:cubicBezTo>
                <a:cubicBezTo>
                  <a:pt x="10939692" y="2973358"/>
                  <a:pt x="10975422" y="2978377"/>
                  <a:pt x="10956347" y="2979118"/>
                </a:cubicBezTo>
                <a:cubicBezTo>
                  <a:pt x="10935712" y="2975741"/>
                  <a:pt x="10936682" y="2986229"/>
                  <a:pt x="10915223" y="2982099"/>
                </a:cubicBezTo>
                <a:cubicBezTo>
                  <a:pt x="10920436" y="2974198"/>
                  <a:pt x="10872877" y="2983630"/>
                  <a:pt x="10871398" y="2976728"/>
                </a:cubicBezTo>
                <a:cubicBezTo>
                  <a:pt x="10853171" y="2986599"/>
                  <a:pt x="10844013" y="2974439"/>
                  <a:pt x="10819743" y="2977481"/>
                </a:cubicBezTo>
                <a:cubicBezTo>
                  <a:pt x="10808314" y="2981215"/>
                  <a:pt x="10800068" y="2981856"/>
                  <a:pt x="10788834" y="2977840"/>
                </a:cubicBezTo>
                <a:cubicBezTo>
                  <a:pt x="10736185" y="2996020"/>
                  <a:pt x="10756982" y="2978653"/>
                  <a:pt x="10707711" y="2985644"/>
                </a:cubicBezTo>
                <a:cubicBezTo>
                  <a:pt x="10665262" y="2992997"/>
                  <a:pt x="10617142" y="2997767"/>
                  <a:pt x="10576086" y="3015319"/>
                </a:cubicBezTo>
                <a:cubicBezTo>
                  <a:pt x="10568550" y="3020292"/>
                  <a:pt x="10550046" y="3022174"/>
                  <a:pt x="10534761" y="3019524"/>
                </a:cubicBezTo>
                <a:cubicBezTo>
                  <a:pt x="10532134" y="3019067"/>
                  <a:pt x="10529698" y="3018490"/>
                  <a:pt x="10527537" y="3017814"/>
                </a:cubicBezTo>
                <a:cubicBezTo>
                  <a:pt x="10492044" y="3020498"/>
                  <a:pt x="10362224" y="3032491"/>
                  <a:pt x="10321799" y="3035635"/>
                </a:cubicBezTo>
                <a:cubicBezTo>
                  <a:pt x="10318526" y="3029246"/>
                  <a:pt x="10298084" y="3040774"/>
                  <a:pt x="10284989" y="3036679"/>
                </a:cubicBezTo>
                <a:cubicBezTo>
                  <a:pt x="10275610" y="3033085"/>
                  <a:pt x="10267220" y="3035744"/>
                  <a:pt x="10257423" y="3036027"/>
                </a:cubicBezTo>
                <a:cubicBezTo>
                  <a:pt x="10244517" y="3033202"/>
                  <a:pt x="10202424" y="3038304"/>
                  <a:pt x="10191450" y="3041963"/>
                </a:cubicBezTo>
                <a:cubicBezTo>
                  <a:pt x="10165225" y="3054679"/>
                  <a:pt x="10105634" y="3045236"/>
                  <a:pt x="10083845" y="3054978"/>
                </a:cubicBezTo>
                <a:cubicBezTo>
                  <a:pt x="10075939" y="3056408"/>
                  <a:pt x="10068203" y="3056986"/>
                  <a:pt x="10060611" y="3057035"/>
                </a:cubicBezTo>
                <a:lnTo>
                  <a:pt x="10039363" y="3055961"/>
                </a:lnTo>
                <a:lnTo>
                  <a:pt x="10033322" y="3053238"/>
                </a:lnTo>
                <a:lnTo>
                  <a:pt x="10020337" y="3053912"/>
                </a:lnTo>
                <a:lnTo>
                  <a:pt x="10016616" y="3053498"/>
                </a:lnTo>
                <a:cubicBezTo>
                  <a:pt x="10009508" y="3052695"/>
                  <a:pt x="10002492" y="3051995"/>
                  <a:pt x="9995549" y="3051719"/>
                </a:cubicBezTo>
                <a:cubicBezTo>
                  <a:pt x="10004680" y="3065377"/>
                  <a:pt x="9937988" y="3051618"/>
                  <a:pt x="9957212" y="3062663"/>
                </a:cubicBezTo>
                <a:cubicBezTo>
                  <a:pt x="9920646" y="3063519"/>
                  <a:pt x="9948538" y="3073806"/>
                  <a:pt x="9904584" y="3063999"/>
                </a:cubicBezTo>
                <a:cubicBezTo>
                  <a:pt x="9847813" y="3075166"/>
                  <a:pt x="9758323" y="3071010"/>
                  <a:pt x="9713857" y="3087955"/>
                </a:cubicBezTo>
                <a:cubicBezTo>
                  <a:pt x="9719380" y="3081485"/>
                  <a:pt x="9695453" y="3076466"/>
                  <a:pt x="9678879" y="3079676"/>
                </a:cubicBezTo>
                <a:cubicBezTo>
                  <a:pt x="9698255" y="3054291"/>
                  <a:pt x="9613348" y="3102551"/>
                  <a:pt x="9598760" y="3085228"/>
                </a:cubicBezTo>
                <a:cubicBezTo>
                  <a:pt x="9598041" y="3101310"/>
                  <a:pt x="9523758" y="3128579"/>
                  <a:pt x="9488796" y="3115384"/>
                </a:cubicBezTo>
                <a:cubicBezTo>
                  <a:pt x="9435532" y="3118605"/>
                  <a:pt x="9397815" y="3131898"/>
                  <a:pt x="9341972" y="3126583"/>
                </a:cubicBezTo>
                <a:cubicBezTo>
                  <a:pt x="9340239" y="3128735"/>
                  <a:pt x="9337399" y="3130536"/>
                  <a:pt x="9333795" y="3132083"/>
                </a:cubicBezTo>
                <a:lnTo>
                  <a:pt x="9321736" y="3135834"/>
                </a:lnTo>
                <a:lnTo>
                  <a:pt x="9319405" y="3135561"/>
                </a:lnTo>
                <a:cubicBezTo>
                  <a:pt x="9310247" y="3135512"/>
                  <a:pt x="9305558" y="3136419"/>
                  <a:pt x="9302847" y="3137746"/>
                </a:cubicBezTo>
                <a:lnTo>
                  <a:pt x="9300930" y="3139687"/>
                </a:lnTo>
                <a:lnTo>
                  <a:pt x="9290106" y="3141645"/>
                </a:lnTo>
                <a:lnTo>
                  <a:pt x="9270220" y="3146737"/>
                </a:lnTo>
                <a:lnTo>
                  <a:pt x="9265150" y="3146531"/>
                </a:lnTo>
                <a:lnTo>
                  <a:pt x="9233057" y="3152408"/>
                </a:lnTo>
                <a:lnTo>
                  <a:pt x="9231974" y="3151938"/>
                </a:lnTo>
                <a:cubicBezTo>
                  <a:pt x="9228816" y="3151020"/>
                  <a:pt x="9225099" y="3150595"/>
                  <a:pt x="9220130" y="3151189"/>
                </a:cubicBezTo>
                <a:cubicBezTo>
                  <a:pt x="9218372" y="3142213"/>
                  <a:pt x="9213458" y="3148467"/>
                  <a:pt x="9198955" y="3151015"/>
                </a:cubicBezTo>
                <a:cubicBezTo>
                  <a:pt x="9192986" y="3137641"/>
                  <a:pt x="9157451" y="3149750"/>
                  <a:pt x="9142196" y="3143802"/>
                </a:cubicBezTo>
                <a:cubicBezTo>
                  <a:pt x="9131673" y="3145976"/>
                  <a:pt x="9120437" y="3148030"/>
                  <a:pt x="9108665" y="3149868"/>
                </a:cubicBezTo>
                <a:lnTo>
                  <a:pt x="9014086" y="3150791"/>
                </a:lnTo>
                <a:lnTo>
                  <a:pt x="8915037" y="3140020"/>
                </a:lnTo>
                <a:cubicBezTo>
                  <a:pt x="8878400" y="3139785"/>
                  <a:pt x="8846675" y="3135786"/>
                  <a:pt x="8815667" y="3138606"/>
                </a:cubicBezTo>
                <a:cubicBezTo>
                  <a:pt x="8803071" y="3135495"/>
                  <a:pt x="8791199" y="3134238"/>
                  <a:pt x="8779688" y="3138895"/>
                </a:cubicBezTo>
                <a:cubicBezTo>
                  <a:pt x="8745498" y="3137342"/>
                  <a:pt x="8737221" y="3130691"/>
                  <a:pt x="8715556" y="3135878"/>
                </a:cubicBezTo>
                <a:cubicBezTo>
                  <a:pt x="8696347" y="3125121"/>
                  <a:pt x="8695210" y="3129227"/>
                  <a:pt x="8686183" y="3132307"/>
                </a:cubicBezTo>
                <a:lnTo>
                  <a:pt x="8684895" y="3132527"/>
                </a:lnTo>
                <a:lnTo>
                  <a:pt x="8682270" y="3130989"/>
                </a:lnTo>
                <a:lnTo>
                  <a:pt x="8676836" y="3130278"/>
                </a:lnTo>
                <a:lnTo>
                  <a:pt x="8662002" y="3130735"/>
                </a:lnTo>
                <a:lnTo>
                  <a:pt x="8656423" y="3131304"/>
                </a:lnTo>
                <a:cubicBezTo>
                  <a:pt x="8652581" y="3131550"/>
                  <a:pt x="8650028" y="3131521"/>
                  <a:pt x="8648261" y="3131294"/>
                </a:cubicBezTo>
                <a:lnTo>
                  <a:pt x="8648057" y="3131167"/>
                </a:lnTo>
                <a:lnTo>
                  <a:pt x="8640412" y="3131403"/>
                </a:lnTo>
                <a:cubicBezTo>
                  <a:pt x="8627510" y="3132092"/>
                  <a:pt x="8614954" y="3133035"/>
                  <a:pt x="8603003" y="3134155"/>
                </a:cubicBezTo>
                <a:cubicBezTo>
                  <a:pt x="8592897" y="3127095"/>
                  <a:pt x="8548738" y="3135435"/>
                  <a:pt x="8553571" y="3122125"/>
                </a:cubicBezTo>
                <a:cubicBezTo>
                  <a:pt x="8537450" y="3123243"/>
                  <a:pt x="8527699" y="3128769"/>
                  <a:pt x="8533128" y="3120039"/>
                </a:cubicBezTo>
                <a:cubicBezTo>
                  <a:pt x="8527821" y="3120156"/>
                  <a:pt x="8524551" y="3119414"/>
                  <a:pt x="8522209" y="3118252"/>
                </a:cubicBezTo>
                <a:lnTo>
                  <a:pt x="8521532" y="3117705"/>
                </a:lnTo>
                <a:lnTo>
                  <a:pt x="8485667" y="3120406"/>
                </a:lnTo>
                <a:lnTo>
                  <a:pt x="8480905" y="3119749"/>
                </a:lnTo>
                <a:lnTo>
                  <a:pt x="8457530" y="3122810"/>
                </a:lnTo>
                <a:lnTo>
                  <a:pt x="8445451" y="3123697"/>
                </a:lnTo>
                <a:lnTo>
                  <a:pt x="8442039" y="3125378"/>
                </a:lnTo>
                <a:cubicBezTo>
                  <a:pt x="8438355" y="3126399"/>
                  <a:pt x="8433075" y="3126839"/>
                  <a:pt x="8424215" y="3125963"/>
                </a:cubicBezTo>
                <a:lnTo>
                  <a:pt x="8422165" y="3125491"/>
                </a:lnTo>
                <a:lnTo>
                  <a:pt x="8407465" y="3127979"/>
                </a:lnTo>
                <a:cubicBezTo>
                  <a:pt x="8402731" y="3129129"/>
                  <a:pt x="8398540" y="3130592"/>
                  <a:pt x="8395146" y="3132488"/>
                </a:cubicBezTo>
                <a:cubicBezTo>
                  <a:pt x="8345093" y="3122354"/>
                  <a:pt x="8297866" y="3131626"/>
                  <a:pt x="8243538" y="3129873"/>
                </a:cubicBezTo>
                <a:cubicBezTo>
                  <a:pt x="8220052" y="3114107"/>
                  <a:pt x="8126172" y="3133411"/>
                  <a:pt x="8112685" y="3148698"/>
                </a:cubicBezTo>
                <a:cubicBezTo>
                  <a:pt x="8112380" y="3135302"/>
                  <a:pt x="8044302" y="3153542"/>
                  <a:pt x="8026741" y="3154015"/>
                </a:cubicBezTo>
                <a:cubicBezTo>
                  <a:pt x="8020887" y="3154173"/>
                  <a:pt x="8020646" y="3152357"/>
                  <a:pt x="8030400" y="3146736"/>
                </a:cubicBezTo>
                <a:cubicBezTo>
                  <a:pt x="8011739" y="3148301"/>
                  <a:pt x="7992477" y="3141339"/>
                  <a:pt x="8002987" y="3135663"/>
                </a:cubicBezTo>
                <a:cubicBezTo>
                  <a:pt x="7946297" y="3147811"/>
                  <a:pt x="7862627" y="3135732"/>
                  <a:pt x="7798568" y="3141249"/>
                </a:cubicBezTo>
                <a:cubicBezTo>
                  <a:pt x="7763645" y="3127901"/>
                  <a:pt x="7782577" y="3140251"/>
                  <a:pt x="7746353" y="3137755"/>
                </a:cubicBezTo>
                <a:cubicBezTo>
                  <a:pt x="7756261" y="3150042"/>
                  <a:pt x="7702377" y="3130861"/>
                  <a:pt x="7700395" y="3144729"/>
                </a:cubicBezTo>
                <a:cubicBezTo>
                  <a:pt x="7693866" y="3143835"/>
                  <a:pt x="7687603" y="3142532"/>
                  <a:pt x="7681335" y="3141120"/>
                </a:cubicBezTo>
                <a:lnTo>
                  <a:pt x="7678044" y="3140387"/>
                </a:lnTo>
                <a:lnTo>
                  <a:pt x="7664890" y="3139855"/>
                </a:lnTo>
                <a:lnTo>
                  <a:pt x="7661183" y="3136706"/>
                </a:lnTo>
                <a:lnTo>
                  <a:pt x="7641383" y="3133755"/>
                </a:lnTo>
                <a:cubicBezTo>
                  <a:pt x="7633967" y="3133115"/>
                  <a:pt x="7625987" y="3132967"/>
                  <a:pt x="7617169" y="3133614"/>
                </a:cubicBezTo>
                <a:cubicBezTo>
                  <a:pt x="7595475" y="3139109"/>
                  <a:pt x="7561695" y="3132374"/>
                  <a:pt x="7531143" y="3132781"/>
                </a:cubicBezTo>
                <a:lnTo>
                  <a:pt x="7517113" y="3134483"/>
                </a:lnTo>
                <a:lnTo>
                  <a:pt x="7471320" y="3131645"/>
                </a:lnTo>
                <a:cubicBezTo>
                  <a:pt x="7458285" y="3131095"/>
                  <a:pt x="7444756" y="3130805"/>
                  <a:pt x="7430512" y="3131007"/>
                </a:cubicBezTo>
                <a:lnTo>
                  <a:pt x="7404071" y="3132361"/>
                </a:lnTo>
                <a:lnTo>
                  <a:pt x="7397140" y="3131239"/>
                </a:lnTo>
                <a:cubicBezTo>
                  <a:pt x="7385068" y="3131364"/>
                  <a:pt x="7369091" y="3135313"/>
                  <a:pt x="7370514" y="3130516"/>
                </a:cubicBezTo>
                <a:lnTo>
                  <a:pt x="7356953" y="3132179"/>
                </a:lnTo>
                <a:lnTo>
                  <a:pt x="7343567" y="3128350"/>
                </a:lnTo>
                <a:cubicBezTo>
                  <a:pt x="7342101" y="3127461"/>
                  <a:pt x="7340998" y="3126514"/>
                  <a:pt x="7340295" y="3125545"/>
                </a:cubicBezTo>
                <a:lnTo>
                  <a:pt x="7321348" y="3126804"/>
                </a:lnTo>
                <a:lnTo>
                  <a:pt x="7305815" y="3124063"/>
                </a:lnTo>
                <a:lnTo>
                  <a:pt x="7292274" y="3125855"/>
                </a:lnTo>
                <a:lnTo>
                  <a:pt x="7286654" y="3125451"/>
                </a:lnTo>
                <a:lnTo>
                  <a:pt x="7272685" y="3124094"/>
                </a:lnTo>
                <a:cubicBezTo>
                  <a:pt x="7265523" y="3123143"/>
                  <a:pt x="7257508" y="3121997"/>
                  <a:pt x="7248584" y="3121080"/>
                </a:cubicBezTo>
                <a:lnTo>
                  <a:pt x="7241065" y="3120661"/>
                </a:lnTo>
                <a:lnTo>
                  <a:pt x="7224696" y="3116051"/>
                </a:lnTo>
                <a:cubicBezTo>
                  <a:pt x="7212786" y="3112566"/>
                  <a:pt x="7203412" y="3110217"/>
                  <a:pt x="7193009" y="3112108"/>
                </a:cubicBezTo>
                <a:cubicBezTo>
                  <a:pt x="7175276" y="3107606"/>
                  <a:pt x="7162888" y="3094987"/>
                  <a:pt x="7137220" y="3098354"/>
                </a:cubicBezTo>
                <a:cubicBezTo>
                  <a:pt x="7145010" y="3092637"/>
                  <a:pt x="7108715" y="3097662"/>
                  <a:pt x="7104427" y="3091790"/>
                </a:cubicBezTo>
                <a:cubicBezTo>
                  <a:pt x="7102447" y="3087061"/>
                  <a:pt x="7090976" y="3087484"/>
                  <a:pt x="7082240" y="3085740"/>
                </a:cubicBezTo>
                <a:cubicBezTo>
                  <a:pt x="7076014" y="3080911"/>
                  <a:pt x="7032058" y="3076501"/>
                  <a:pt x="7016754" y="3077196"/>
                </a:cubicBezTo>
                <a:cubicBezTo>
                  <a:pt x="6973620" y="3082001"/>
                  <a:pt x="6938923" y="3062558"/>
                  <a:pt x="6904436" y="3065900"/>
                </a:cubicBezTo>
                <a:cubicBezTo>
                  <a:pt x="6895406" y="3065445"/>
                  <a:pt x="6887919" y="3064350"/>
                  <a:pt x="6881434" y="3062865"/>
                </a:cubicBezTo>
                <a:lnTo>
                  <a:pt x="6865273" y="3057749"/>
                </a:lnTo>
                <a:cubicBezTo>
                  <a:pt x="6865072" y="3056626"/>
                  <a:pt x="6864871" y="3055502"/>
                  <a:pt x="6864671" y="3054378"/>
                </a:cubicBezTo>
                <a:lnTo>
                  <a:pt x="6852599" y="3052306"/>
                </a:lnTo>
                <a:lnTo>
                  <a:pt x="6850143" y="3051232"/>
                </a:lnTo>
                <a:cubicBezTo>
                  <a:pt x="6845470" y="3049168"/>
                  <a:pt x="6840704" y="3047206"/>
                  <a:pt x="6835301" y="3045593"/>
                </a:cubicBezTo>
                <a:cubicBezTo>
                  <a:pt x="6820447" y="3058242"/>
                  <a:pt x="6786888" y="3033956"/>
                  <a:pt x="6784871" y="3046562"/>
                </a:cubicBezTo>
                <a:cubicBezTo>
                  <a:pt x="6752593" y="3039899"/>
                  <a:pt x="6759140" y="3053646"/>
                  <a:pt x="6738245" y="3037055"/>
                </a:cubicBezTo>
                <a:cubicBezTo>
                  <a:pt x="6671880" y="3034501"/>
                  <a:pt x="6603220" y="3013245"/>
                  <a:pt x="6537703" y="3017736"/>
                </a:cubicBezTo>
                <a:cubicBezTo>
                  <a:pt x="6553051" y="3013722"/>
                  <a:pt x="6541149" y="3004943"/>
                  <a:pt x="6521858" y="3004158"/>
                </a:cubicBezTo>
                <a:cubicBezTo>
                  <a:pt x="6580141" y="2987944"/>
                  <a:pt x="6428765" y="3009117"/>
                  <a:pt x="6445069" y="2992470"/>
                </a:cubicBezTo>
                <a:cubicBezTo>
                  <a:pt x="6417897" y="3005060"/>
                  <a:pt x="6310156" y="3011743"/>
                  <a:pt x="6302447" y="2994274"/>
                </a:cubicBezTo>
                <a:cubicBezTo>
                  <a:pt x="6252173" y="2986131"/>
                  <a:pt x="6198382" y="2989085"/>
                  <a:pt x="6160029" y="2973666"/>
                </a:cubicBezTo>
                <a:cubicBezTo>
                  <a:pt x="6155014" y="2975022"/>
                  <a:pt x="6149642" y="2975878"/>
                  <a:pt x="6144046" y="2976380"/>
                </a:cubicBezTo>
                <a:lnTo>
                  <a:pt x="6127670" y="2976929"/>
                </a:lnTo>
                <a:lnTo>
                  <a:pt x="6126155" y="2976245"/>
                </a:lnTo>
                <a:cubicBezTo>
                  <a:pt x="6118509" y="2974369"/>
                  <a:pt x="6113052" y="2974144"/>
                  <a:pt x="6108575" y="2974651"/>
                </a:cubicBezTo>
                <a:lnTo>
                  <a:pt x="6103746" y="2975803"/>
                </a:lnTo>
                <a:lnTo>
                  <a:pt x="6091377" y="2975180"/>
                </a:lnTo>
                <a:lnTo>
                  <a:pt x="6066183" y="2975222"/>
                </a:lnTo>
                <a:lnTo>
                  <a:pt x="6063287" y="2974353"/>
                </a:lnTo>
                <a:lnTo>
                  <a:pt x="6054813" y="2974911"/>
                </a:lnTo>
                <a:lnTo>
                  <a:pt x="6050809" y="2973985"/>
                </a:lnTo>
                <a:lnTo>
                  <a:pt x="6013979" y="2974553"/>
                </a:lnTo>
                <a:cubicBezTo>
                  <a:pt x="6013918" y="2974361"/>
                  <a:pt x="6013860" y="2974167"/>
                  <a:pt x="6013800" y="2973973"/>
                </a:cubicBezTo>
                <a:cubicBezTo>
                  <a:pt x="6012565" y="2972689"/>
                  <a:pt x="6010070" y="2971765"/>
                  <a:pt x="6004866" y="2971570"/>
                </a:cubicBezTo>
                <a:cubicBezTo>
                  <a:pt x="6017706" y="2963268"/>
                  <a:pt x="6003515" y="2968156"/>
                  <a:pt x="5987036" y="2968315"/>
                </a:cubicBezTo>
                <a:cubicBezTo>
                  <a:pt x="6003302" y="2955458"/>
                  <a:pt x="5953573" y="2961108"/>
                  <a:pt x="5950027" y="2953546"/>
                </a:cubicBezTo>
                <a:cubicBezTo>
                  <a:pt x="5937559" y="2953953"/>
                  <a:pt x="5924668" y="2954151"/>
                  <a:pt x="5911668" y="2954074"/>
                </a:cubicBezTo>
                <a:lnTo>
                  <a:pt x="5904110" y="2953861"/>
                </a:lnTo>
                <a:cubicBezTo>
                  <a:pt x="5904082" y="2953815"/>
                  <a:pt x="5904053" y="2953769"/>
                  <a:pt x="5904026" y="2953724"/>
                </a:cubicBezTo>
                <a:cubicBezTo>
                  <a:pt x="5902528" y="2953395"/>
                  <a:pt x="5900097" y="2953219"/>
                  <a:pt x="5896189" y="2953236"/>
                </a:cubicBezTo>
                <a:lnTo>
                  <a:pt x="5890331" y="2953471"/>
                </a:lnTo>
                <a:lnTo>
                  <a:pt x="5875672" y="2953056"/>
                </a:lnTo>
                <a:lnTo>
                  <a:pt x="5871070" y="2952035"/>
                </a:lnTo>
                <a:lnTo>
                  <a:pt x="5869888" y="2950364"/>
                </a:lnTo>
                <a:lnTo>
                  <a:pt x="5868461" y="2950506"/>
                </a:lnTo>
                <a:cubicBezTo>
                  <a:pt x="5857092" y="2953019"/>
                  <a:pt x="5852416" y="2957005"/>
                  <a:pt x="5843343" y="2945262"/>
                </a:cubicBezTo>
                <a:cubicBezTo>
                  <a:pt x="5817989" y="2949116"/>
                  <a:pt x="5815840" y="2942065"/>
                  <a:pt x="5784331" y="2938531"/>
                </a:cubicBezTo>
                <a:cubicBezTo>
                  <a:pt x="5769202" y="2942455"/>
                  <a:pt x="5758885" y="2940521"/>
                  <a:pt x="5749498" y="2936713"/>
                </a:cubicBezTo>
                <a:cubicBezTo>
                  <a:pt x="5717228" y="2937683"/>
                  <a:pt x="5690227" y="2931877"/>
                  <a:pt x="5655214" y="2929503"/>
                </a:cubicBezTo>
                <a:cubicBezTo>
                  <a:pt x="5614827" y="2933899"/>
                  <a:pt x="5598877" y="2923069"/>
                  <a:pt x="5561446" y="2920575"/>
                </a:cubicBezTo>
                <a:cubicBezTo>
                  <a:pt x="5525084" y="2929276"/>
                  <a:pt x="5537471" y="2911136"/>
                  <a:pt x="5519456" y="2906631"/>
                </a:cubicBezTo>
                <a:lnTo>
                  <a:pt x="5514099" y="2906097"/>
                </a:lnTo>
                <a:lnTo>
                  <a:pt x="5499273" y="2907057"/>
                </a:lnTo>
                <a:lnTo>
                  <a:pt x="5493664" y="2907817"/>
                </a:lnTo>
                <a:cubicBezTo>
                  <a:pt x="5489815" y="2908191"/>
                  <a:pt x="5487270" y="2908250"/>
                  <a:pt x="5485530" y="2908080"/>
                </a:cubicBezTo>
                <a:lnTo>
                  <a:pt x="5485337" y="2907959"/>
                </a:lnTo>
                <a:lnTo>
                  <a:pt x="5477696" y="2908455"/>
                </a:lnTo>
                <a:cubicBezTo>
                  <a:pt x="5464775" y="2909581"/>
                  <a:pt x="5452182" y="2910951"/>
                  <a:pt x="5440170" y="2912482"/>
                </a:cubicBezTo>
                <a:cubicBezTo>
                  <a:pt x="5430698" y="2905718"/>
                  <a:pt x="5385970" y="2915593"/>
                  <a:pt x="5391911" y="2902040"/>
                </a:cubicBezTo>
                <a:cubicBezTo>
                  <a:pt x="5375744" y="2903707"/>
                  <a:pt x="5365560" y="2909594"/>
                  <a:pt x="5371708" y="2900629"/>
                </a:cubicBezTo>
                <a:cubicBezTo>
                  <a:pt x="5366408" y="2900926"/>
                  <a:pt x="5363213" y="2900288"/>
                  <a:pt x="5360976" y="2899197"/>
                </a:cubicBezTo>
                <a:lnTo>
                  <a:pt x="5360345" y="2898671"/>
                </a:lnTo>
                <a:lnTo>
                  <a:pt x="5324367" y="2902593"/>
                </a:lnTo>
                <a:lnTo>
                  <a:pt x="5319673" y="2902094"/>
                </a:lnTo>
                <a:lnTo>
                  <a:pt x="5296114" y="2905958"/>
                </a:lnTo>
                <a:lnTo>
                  <a:pt x="5283999" y="2907258"/>
                </a:lnTo>
                <a:lnTo>
                  <a:pt x="5280460" y="2909063"/>
                </a:lnTo>
                <a:cubicBezTo>
                  <a:pt x="5276699" y="2910214"/>
                  <a:pt x="5271395" y="2910834"/>
                  <a:pt x="5262637" y="2910250"/>
                </a:cubicBezTo>
                <a:lnTo>
                  <a:pt x="5260635" y="2909845"/>
                </a:lnTo>
                <a:lnTo>
                  <a:pt x="5245770" y="2912842"/>
                </a:lnTo>
                <a:cubicBezTo>
                  <a:pt x="5240955" y="2914159"/>
                  <a:pt x="5236652" y="2915770"/>
                  <a:pt x="5233108" y="2917794"/>
                </a:cubicBezTo>
                <a:cubicBezTo>
                  <a:pt x="5184071" y="2909280"/>
                  <a:pt x="5136210" y="2920197"/>
                  <a:pt x="5082201" y="2920260"/>
                </a:cubicBezTo>
                <a:lnTo>
                  <a:pt x="4939211" y="2931760"/>
                </a:lnTo>
                <a:cubicBezTo>
                  <a:pt x="4920477" y="2933960"/>
                  <a:pt x="4783353" y="2943291"/>
                  <a:pt x="4794309" y="2937227"/>
                </a:cubicBezTo>
                <a:cubicBezTo>
                  <a:pt x="4736776" y="2951353"/>
                  <a:pt x="4701995" y="2938961"/>
                  <a:pt x="4637676" y="2946666"/>
                </a:cubicBezTo>
                <a:cubicBezTo>
                  <a:pt x="4603987" y="2934412"/>
                  <a:pt x="4621816" y="2946201"/>
                  <a:pt x="4585922" y="2944906"/>
                </a:cubicBezTo>
                <a:cubicBezTo>
                  <a:pt x="4594760" y="2956935"/>
                  <a:pt x="4542663" y="2939450"/>
                  <a:pt x="4539516" y="2953466"/>
                </a:cubicBezTo>
                <a:cubicBezTo>
                  <a:pt x="4533082" y="2952789"/>
                  <a:pt x="4526953" y="2951687"/>
                  <a:pt x="4520819" y="2950477"/>
                </a:cubicBezTo>
                <a:lnTo>
                  <a:pt x="4517604" y="2949852"/>
                </a:lnTo>
                <a:lnTo>
                  <a:pt x="4504537" y="2949759"/>
                </a:lnTo>
                <a:lnTo>
                  <a:pt x="4501104" y="2946715"/>
                </a:lnTo>
                <a:lnTo>
                  <a:pt x="4342695" y="2951638"/>
                </a:lnTo>
                <a:cubicBezTo>
                  <a:pt x="4328954" y="2954609"/>
                  <a:pt x="4284038" y="2957184"/>
                  <a:pt x="4274096" y="2953640"/>
                </a:cubicBezTo>
                <a:cubicBezTo>
                  <a:pt x="4264434" y="2953346"/>
                  <a:pt x="4254047" y="2955481"/>
                  <a:pt x="4248170" y="2951384"/>
                </a:cubicBezTo>
                <a:lnTo>
                  <a:pt x="4147924" y="2945945"/>
                </a:lnTo>
                <a:cubicBezTo>
                  <a:pt x="4131656" y="2952619"/>
                  <a:pt x="4104816" y="2942907"/>
                  <a:pt x="4061825" y="2944206"/>
                </a:cubicBezTo>
                <a:cubicBezTo>
                  <a:pt x="4044045" y="2951860"/>
                  <a:pt x="4032845" y="2944993"/>
                  <a:pt x="3998557" y="2955821"/>
                </a:cubicBezTo>
                <a:cubicBezTo>
                  <a:pt x="3997072" y="2955023"/>
                  <a:pt x="3995237" y="2954313"/>
                  <a:pt x="3993107" y="2953708"/>
                </a:cubicBezTo>
                <a:cubicBezTo>
                  <a:pt x="3980729" y="2950196"/>
                  <a:pt x="3961302" y="2950972"/>
                  <a:pt x="3949713" y="2955441"/>
                </a:cubicBezTo>
                <a:cubicBezTo>
                  <a:pt x="3894925" y="2970367"/>
                  <a:pt x="3844508" y="2972262"/>
                  <a:pt x="3797284" y="2977037"/>
                </a:cubicBezTo>
                <a:cubicBezTo>
                  <a:pt x="3743822" y="2981057"/>
                  <a:pt x="3778974" y="2965129"/>
                  <a:pt x="3712498" y="2979996"/>
                </a:cubicBezTo>
                <a:cubicBezTo>
                  <a:pt x="3705202" y="2975373"/>
                  <a:pt x="3696720" y="2975524"/>
                  <a:pt x="3682471" y="2978543"/>
                </a:cubicBezTo>
                <a:cubicBezTo>
                  <a:pt x="3656488" y="2980127"/>
                  <a:pt x="3658300" y="2967587"/>
                  <a:pt x="3632163" y="2976264"/>
                </a:cubicBezTo>
                <a:cubicBezTo>
                  <a:pt x="3636766" y="2969363"/>
                  <a:pt x="3582819" y="2975892"/>
                  <a:pt x="3594728" y="2968398"/>
                </a:cubicBezTo>
                <a:cubicBezTo>
                  <a:pt x="3577705" y="2963064"/>
                  <a:pt x="3569481" y="2973476"/>
                  <a:pt x="3552594" y="2968934"/>
                </a:cubicBezTo>
                <a:cubicBezTo>
                  <a:pt x="3533613" y="2968552"/>
                  <a:pt x="3563577" y="2975594"/>
                  <a:pt x="3542589" y="2977031"/>
                </a:cubicBezTo>
                <a:cubicBezTo>
                  <a:pt x="3517131" y="2977564"/>
                  <a:pt x="3517346" y="2989828"/>
                  <a:pt x="3497591" y="2975018"/>
                </a:cubicBezTo>
                <a:lnTo>
                  <a:pt x="3429352" y="2971090"/>
                </a:lnTo>
                <a:cubicBezTo>
                  <a:pt x="3414141" y="2975624"/>
                  <a:pt x="3401904" y="2974195"/>
                  <a:pt x="3389938" y="2970884"/>
                </a:cubicBezTo>
                <a:cubicBezTo>
                  <a:pt x="3354504" y="2973297"/>
                  <a:pt x="3322178" y="2968827"/>
                  <a:pt x="3282344" y="2968084"/>
                </a:cubicBezTo>
                <a:cubicBezTo>
                  <a:pt x="3239277" y="2974224"/>
                  <a:pt x="3217192" y="2964327"/>
                  <a:pt x="3174624" y="2963576"/>
                </a:cubicBezTo>
                <a:cubicBezTo>
                  <a:pt x="3132504" y="2975210"/>
                  <a:pt x="3146911" y="2949576"/>
                  <a:pt x="3111077" y="2951285"/>
                </a:cubicBezTo>
                <a:cubicBezTo>
                  <a:pt x="3052732" y="2962418"/>
                  <a:pt x="3112543" y="2942881"/>
                  <a:pt x="3022501" y="2948619"/>
                </a:cubicBezTo>
                <a:cubicBezTo>
                  <a:pt x="3017399" y="2950352"/>
                  <a:pt x="3006521" y="2948989"/>
                  <a:pt x="3007714" y="2946762"/>
                </a:cubicBezTo>
                <a:cubicBezTo>
                  <a:pt x="2987987" y="2948105"/>
                  <a:pt x="2931270" y="2937206"/>
                  <a:pt x="2903098" y="2940576"/>
                </a:cubicBezTo>
                <a:cubicBezTo>
                  <a:pt x="2848155" y="2935894"/>
                  <a:pt x="2821430" y="2947095"/>
                  <a:pt x="2781591" y="2946394"/>
                </a:cubicBezTo>
                <a:cubicBezTo>
                  <a:pt x="2735559" y="2940279"/>
                  <a:pt x="2708563" y="2934146"/>
                  <a:pt x="2627942" y="2919996"/>
                </a:cubicBezTo>
                <a:lnTo>
                  <a:pt x="2354959" y="2882080"/>
                </a:lnTo>
                <a:cubicBezTo>
                  <a:pt x="2252426" y="2847776"/>
                  <a:pt x="2124519" y="2878188"/>
                  <a:pt x="2063184" y="2879109"/>
                </a:cubicBezTo>
                <a:cubicBezTo>
                  <a:pt x="2038620" y="2892844"/>
                  <a:pt x="2017217" y="2880735"/>
                  <a:pt x="1986946" y="2887619"/>
                </a:cubicBezTo>
                <a:cubicBezTo>
                  <a:pt x="1919067" y="2894646"/>
                  <a:pt x="1852404" y="2912737"/>
                  <a:pt x="1763479" y="2909077"/>
                </a:cubicBezTo>
                <a:cubicBezTo>
                  <a:pt x="1726097" y="2949538"/>
                  <a:pt x="1621108" y="2933327"/>
                  <a:pt x="1537980" y="2960398"/>
                </a:cubicBezTo>
                <a:cubicBezTo>
                  <a:pt x="1489205" y="2967965"/>
                  <a:pt x="1410921" y="2954082"/>
                  <a:pt x="1395229" y="2975625"/>
                </a:cubicBezTo>
                <a:cubicBezTo>
                  <a:pt x="1371975" y="2964548"/>
                  <a:pt x="1352259" y="2986116"/>
                  <a:pt x="1327834" y="2989485"/>
                </a:cubicBezTo>
                <a:cubicBezTo>
                  <a:pt x="1307734" y="2982782"/>
                  <a:pt x="1298456" y="2990289"/>
                  <a:pt x="1280757" y="2992959"/>
                </a:cubicBezTo>
                <a:cubicBezTo>
                  <a:pt x="1272383" y="2988567"/>
                  <a:pt x="1257337" y="2989790"/>
                  <a:pt x="1252582" y="2995877"/>
                </a:cubicBezTo>
                <a:cubicBezTo>
                  <a:pt x="1260705" y="3008688"/>
                  <a:pt x="1207969" y="3005420"/>
                  <a:pt x="1204670" y="3014826"/>
                </a:cubicBezTo>
                <a:cubicBezTo>
                  <a:pt x="1174431" y="3018683"/>
                  <a:pt x="1041848" y="3015513"/>
                  <a:pt x="1020457" y="3031603"/>
                </a:cubicBezTo>
                <a:cubicBezTo>
                  <a:pt x="959520" y="3042500"/>
                  <a:pt x="869308" y="3024872"/>
                  <a:pt x="843248" y="3026954"/>
                </a:cubicBezTo>
                <a:cubicBezTo>
                  <a:pt x="815646" y="3001836"/>
                  <a:pt x="694189" y="3080490"/>
                  <a:pt x="583517" y="3089095"/>
                </a:cubicBezTo>
                <a:cubicBezTo>
                  <a:pt x="568425" y="3087467"/>
                  <a:pt x="560448" y="3088013"/>
                  <a:pt x="556836" y="3094374"/>
                </a:cubicBezTo>
                <a:cubicBezTo>
                  <a:pt x="528264" y="3099747"/>
                  <a:pt x="471823" y="3109156"/>
                  <a:pt x="412089" y="3121334"/>
                </a:cubicBezTo>
                <a:cubicBezTo>
                  <a:pt x="367235" y="3131096"/>
                  <a:pt x="143790" y="3139436"/>
                  <a:pt x="83929" y="3150566"/>
                </a:cubicBezTo>
                <a:close/>
              </a:path>
            </a:pathLst>
          </a:cu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38C11C08-86F9-08AA-F568-03589BF5339D}"/>
              </a:ext>
            </a:extLst>
          </p:cNvPr>
          <p:cNvSpPr>
            <a:spLocks noGrp="1"/>
          </p:cNvSpPr>
          <p:nvPr>
            <p:ph type="title"/>
          </p:nvPr>
        </p:nvSpPr>
        <p:spPr>
          <a:xfrm>
            <a:off x="838200" y="3905833"/>
            <a:ext cx="4215063" cy="2398713"/>
          </a:xfrm>
        </p:spPr>
        <p:txBody>
          <a:bodyPr>
            <a:normAutofit/>
          </a:bodyPr>
          <a:lstStyle/>
          <a:p>
            <a:r>
              <a:rPr lang="es-MX"/>
              <a:t>Análisis del problema – Parte 2</a:t>
            </a:r>
            <a:endParaRPr lang="es-PE" dirty="0"/>
          </a:p>
        </p:txBody>
      </p:sp>
      <p:pic>
        <p:nvPicPr>
          <p:cNvPr id="5" name="Picture 4">
            <a:extLst>
              <a:ext uri="{FF2B5EF4-FFF2-40B4-BE49-F238E27FC236}">
                <a16:creationId xmlns:a16="http://schemas.microsoft.com/office/drawing/2014/main" id="{A052B9C1-6D0A-2730-7C3C-6179DACBEC9F}"/>
              </a:ext>
            </a:extLst>
          </p:cNvPr>
          <p:cNvPicPr>
            <a:picLocks noChangeAspect="1"/>
          </p:cNvPicPr>
          <p:nvPr/>
        </p:nvPicPr>
        <p:blipFill>
          <a:blip r:embed="rId2"/>
          <a:stretch>
            <a:fillRect/>
          </a:stretch>
        </p:blipFill>
        <p:spPr>
          <a:xfrm>
            <a:off x="1158955" y="553686"/>
            <a:ext cx="9875259" cy="2468814"/>
          </a:xfrm>
          <a:prstGeom prst="rect">
            <a:avLst/>
          </a:prstGeom>
        </p:spPr>
      </p:pic>
      <p:sp>
        <p:nvSpPr>
          <p:cNvPr id="3" name="Content Placeholder 2">
            <a:extLst>
              <a:ext uri="{FF2B5EF4-FFF2-40B4-BE49-F238E27FC236}">
                <a16:creationId xmlns:a16="http://schemas.microsoft.com/office/drawing/2014/main" id="{A6F2D9C9-AB25-4FCD-52BC-7BE4BD19D2EB}"/>
              </a:ext>
            </a:extLst>
          </p:cNvPr>
          <p:cNvSpPr>
            <a:spLocks noGrp="1"/>
          </p:cNvSpPr>
          <p:nvPr>
            <p:ph idx="1"/>
          </p:nvPr>
        </p:nvSpPr>
        <p:spPr>
          <a:xfrm>
            <a:off x="5630779" y="3884452"/>
            <a:ext cx="5723021" cy="2398713"/>
          </a:xfrm>
        </p:spPr>
        <p:txBody>
          <a:bodyPr anchor="ctr">
            <a:normAutofit/>
          </a:bodyPr>
          <a:lstStyle/>
          <a:p>
            <a:pPr marL="0" indent="0">
              <a:buNone/>
            </a:pPr>
            <a:r>
              <a:rPr lang="es-MX" sz="2000"/>
              <a:t>Para poder tener una mejor percepción de los problemas con los cuales contaba Doña Cintia, hicimos uso del diagrama de Ishikawa para poder recolectar los problemas de forma concisa, asimismo, usamos otros elementos tales como matrices de trazabilidad y tablas de problemas para tener un lineamiento de todas las actividades realizadas en la bodega.</a:t>
            </a:r>
          </a:p>
          <a:p>
            <a:pPr marL="0" indent="0">
              <a:buNone/>
            </a:pPr>
            <a:endParaRPr lang="es-PE" sz="2000"/>
          </a:p>
        </p:txBody>
      </p:sp>
    </p:spTree>
    <p:extLst>
      <p:ext uri="{BB962C8B-B14F-4D97-AF65-F5344CB8AC3E}">
        <p14:creationId xmlns:p14="http://schemas.microsoft.com/office/powerpoint/2010/main" val="376791990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3A6851-2471-6B2D-093A-72BFB8BBB995}"/>
              </a:ext>
            </a:extLst>
          </p:cNvPr>
          <p:cNvSpPr>
            <a:spLocks noGrp="1"/>
          </p:cNvSpPr>
          <p:nvPr>
            <p:ph type="title"/>
          </p:nvPr>
        </p:nvSpPr>
        <p:spPr/>
        <p:txBody>
          <a:bodyPr/>
          <a:lstStyle/>
          <a:p>
            <a:r>
              <a:rPr lang="es-MX" dirty="0"/>
              <a:t>Tabla IPO</a:t>
            </a:r>
            <a:endParaRPr lang="es-PE" dirty="0"/>
          </a:p>
        </p:txBody>
      </p:sp>
      <p:graphicFrame>
        <p:nvGraphicFramePr>
          <p:cNvPr id="4" name="Content Placeholder 3">
            <a:extLst>
              <a:ext uri="{FF2B5EF4-FFF2-40B4-BE49-F238E27FC236}">
                <a16:creationId xmlns:a16="http://schemas.microsoft.com/office/drawing/2014/main" id="{63CDA383-1F56-CC66-8563-22DCB44065CC}"/>
              </a:ext>
            </a:extLst>
          </p:cNvPr>
          <p:cNvGraphicFramePr>
            <a:graphicFrameLocks noGrp="1"/>
          </p:cNvGraphicFramePr>
          <p:nvPr>
            <p:ph idx="1"/>
            <p:extLst>
              <p:ext uri="{D42A27DB-BD31-4B8C-83A1-F6EECF244321}">
                <p14:modId xmlns:p14="http://schemas.microsoft.com/office/powerpoint/2010/main" val="268983973"/>
              </p:ext>
            </p:extLst>
          </p:nvPr>
        </p:nvGraphicFramePr>
        <p:xfrm>
          <a:off x="838200" y="1825625"/>
          <a:ext cx="10515597" cy="3296920"/>
        </p:xfrm>
        <a:graphic>
          <a:graphicData uri="http://schemas.openxmlformats.org/drawingml/2006/table">
            <a:tbl>
              <a:tblPr firstRow="1" bandRow="1">
                <a:tableStyleId>{5C22544A-7EE6-4342-B048-85BDC9FD1C3A}</a:tableStyleId>
              </a:tblPr>
              <a:tblGrid>
                <a:gridCol w="3505199">
                  <a:extLst>
                    <a:ext uri="{9D8B030D-6E8A-4147-A177-3AD203B41FA5}">
                      <a16:colId xmlns:a16="http://schemas.microsoft.com/office/drawing/2014/main" val="1072045244"/>
                    </a:ext>
                  </a:extLst>
                </a:gridCol>
                <a:gridCol w="3505199">
                  <a:extLst>
                    <a:ext uri="{9D8B030D-6E8A-4147-A177-3AD203B41FA5}">
                      <a16:colId xmlns:a16="http://schemas.microsoft.com/office/drawing/2014/main" val="805060047"/>
                    </a:ext>
                  </a:extLst>
                </a:gridCol>
                <a:gridCol w="3505199">
                  <a:extLst>
                    <a:ext uri="{9D8B030D-6E8A-4147-A177-3AD203B41FA5}">
                      <a16:colId xmlns:a16="http://schemas.microsoft.com/office/drawing/2014/main" val="2357150840"/>
                    </a:ext>
                  </a:extLst>
                </a:gridCol>
              </a:tblGrid>
              <a:tr h="370840">
                <a:tc>
                  <a:txBody>
                    <a:bodyPr/>
                    <a:lstStyle/>
                    <a:p>
                      <a:r>
                        <a:rPr lang="es-MX" dirty="0"/>
                        <a:t>Entrada</a:t>
                      </a:r>
                      <a:endParaRPr lang="es-PE" dirty="0"/>
                    </a:p>
                  </a:txBody>
                  <a:tcPr/>
                </a:tc>
                <a:tc>
                  <a:txBody>
                    <a:bodyPr/>
                    <a:lstStyle/>
                    <a:p>
                      <a:r>
                        <a:rPr lang="es-MX" dirty="0"/>
                        <a:t>Proceso</a:t>
                      </a:r>
                      <a:endParaRPr lang="es-PE" dirty="0"/>
                    </a:p>
                  </a:txBody>
                  <a:tcPr/>
                </a:tc>
                <a:tc>
                  <a:txBody>
                    <a:bodyPr/>
                    <a:lstStyle/>
                    <a:p>
                      <a:r>
                        <a:rPr lang="es-MX" dirty="0"/>
                        <a:t>Salida</a:t>
                      </a:r>
                      <a:endParaRPr lang="es-PE" dirty="0"/>
                    </a:p>
                  </a:txBody>
                  <a:tcPr/>
                </a:tc>
                <a:extLst>
                  <a:ext uri="{0D108BD9-81ED-4DB2-BD59-A6C34878D82A}">
                    <a16:rowId xmlns:a16="http://schemas.microsoft.com/office/drawing/2014/main" val="1689213753"/>
                  </a:ext>
                </a:extLst>
              </a:tr>
              <a:tr h="370840">
                <a:tc>
                  <a:txBody>
                    <a:bodyPr/>
                    <a:lstStyle/>
                    <a:p>
                      <a:r>
                        <a:rPr lang="es-MX" dirty="0"/>
                        <a:t>Registros de usuario: nombres de los usuarios, roles, contraseñas.</a:t>
                      </a:r>
                      <a:endParaRPr lang="es-PE" dirty="0"/>
                    </a:p>
                  </a:txBody>
                  <a:tcPr/>
                </a:tc>
                <a:tc>
                  <a:txBody>
                    <a:bodyPr/>
                    <a:lstStyle/>
                    <a:p>
                      <a:r>
                        <a:rPr lang="es-MX" dirty="0"/>
                        <a:t>Registra el numero de los usuarios con sus respectivas propiedades y posteriormente las valida mediante un bucle</a:t>
                      </a:r>
                      <a:endParaRPr lang="es-PE" dirty="0"/>
                    </a:p>
                  </a:txBody>
                  <a:tcPr/>
                </a:tc>
                <a:tc>
                  <a:txBody>
                    <a:bodyPr/>
                    <a:lstStyle/>
                    <a:p>
                      <a:r>
                        <a:rPr lang="es-MX" dirty="0"/>
                        <a:t>Acceso permitido/denegado al sistema: Dependiendo de lo que ingrese el usuario, si las credenciales son correctas y dependiendo de su rol será derivado a las funciones con las cuales cuenta su rol dentro del sistema</a:t>
                      </a:r>
                      <a:endParaRPr lang="es-PE" dirty="0"/>
                    </a:p>
                  </a:txBody>
                  <a:tcPr/>
                </a:tc>
                <a:extLst>
                  <a:ext uri="{0D108BD9-81ED-4DB2-BD59-A6C34878D82A}">
                    <a16:rowId xmlns:a16="http://schemas.microsoft.com/office/drawing/2014/main" val="2943461597"/>
                  </a:ext>
                </a:extLst>
              </a:tr>
              <a:tr h="370840">
                <a:tc>
                  <a:txBody>
                    <a:bodyPr/>
                    <a:lstStyle/>
                    <a:p>
                      <a:r>
                        <a:rPr lang="es-MX" dirty="0"/>
                        <a:t>Calculo de impuestos: </a:t>
                      </a:r>
                      <a:r>
                        <a:rPr lang="es-MX" dirty="0" err="1"/>
                        <a:t>ventasnetas</a:t>
                      </a:r>
                      <a:endParaRPr lang="es-PE" dirty="0"/>
                    </a:p>
                  </a:txBody>
                  <a:tcPr/>
                </a:tc>
                <a:tc>
                  <a:txBody>
                    <a:bodyPr/>
                    <a:lstStyle/>
                    <a:p>
                      <a:endParaRPr lang="es-PE" dirty="0"/>
                    </a:p>
                  </a:txBody>
                  <a:tcPr/>
                </a:tc>
                <a:tc>
                  <a:txBody>
                    <a:bodyPr/>
                    <a:lstStyle/>
                    <a:p>
                      <a:endParaRPr lang="es-PE" dirty="0"/>
                    </a:p>
                  </a:txBody>
                  <a:tcPr/>
                </a:tc>
                <a:extLst>
                  <a:ext uri="{0D108BD9-81ED-4DB2-BD59-A6C34878D82A}">
                    <a16:rowId xmlns:a16="http://schemas.microsoft.com/office/drawing/2014/main" val="5595043"/>
                  </a:ext>
                </a:extLst>
              </a:tr>
            </a:tbl>
          </a:graphicData>
        </a:graphic>
      </p:graphicFrame>
    </p:spTree>
    <p:extLst>
      <p:ext uri="{BB962C8B-B14F-4D97-AF65-F5344CB8AC3E}">
        <p14:creationId xmlns:p14="http://schemas.microsoft.com/office/powerpoint/2010/main" val="13714282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709F1D5-B0F1-4714-A239-E5B61C1619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Rounded Corners 9">
            <a:extLst>
              <a:ext uri="{FF2B5EF4-FFF2-40B4-BE49-F238E27FC236}">
                <a16:creationId xmlns:a16="http://schemas.microsoft.com/office/drawing/2014/main" id="{228FB460-D3FF-4440-A020-05982A09E5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40546" y="1011045"/>
            <a:ext cx="4369859" cy="4369859"/>
          </a:xfrm>
          <a:prstGeom prst="roundRect">
            <a:avLst>
              <a:gd name="adj" fmla="val 2757"/>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FE89B62-C63B-4A07-7473-3A8351AB1335}"/>
              </a:ext>
            </a:extLst>
          </p:cNvPr>
          <p:cNvSpPr>
            <a:spLocks noGrp="1"/>
          </p:cNvSpPr>
          <p:nvPr>
            <p:ph type="title"/>
          </p:nvPr>
        </p:nvSpPr>
        <p:spPr>
          <a:xfrm>
            <a:off x="956826" y="1112969"/>
            <a:ext cx="3937298" cy="4166010"/>
          </a:xfrm>
        </p:spPr>
        <p:txBody>
          <a:bodyPr>
            <a:normAutofit/>
          </a:bodyPr>
          <a:lstStyle/>
          <a:p>
            <a:r>
              <a:rPr lang="es-MX" dirty="0">
                <a:solidFill>
                  <a:srgbClr val="FFFFFF"/>
                </a:solidFill>
              </a:rPr>
              <a:t>Solución al problema</a:t>
            </a:r>
            <a:endParaRPr lang="es-PE" dirty="0">
              <a:solidFill>
                <a:srgbClr val="FFFFFF"/>
              </a:solidFill>
            </a:endParaRPr>
          </a:p>
        </p:txBody>
      </p:sp>
      <p:sp>
        <p:nvSpPr>
          <p:cNvPr id="12" name="Freeform: Shape 11">
            <a:extLst>
              <a:ext uri="{FF2B5EF4-FFF2-40B4-BE49-F238E27FC236}">
                <a16:creationId xmlns:a16="http://schemas.microsoft.com/office/drawing/2014/main" id="{14847E93-7DC1-4D4B-8829-B19AA7137C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530529" y="0"/>
            <a:ext cx="1155142" cy="591009"/>
          </a:xfrm>
          <a:custGeom>
            <a:avLst/>
            <a:gdLst>
              <a:gd name="connsiteX0" fmla="*/ 1355 w 1155142"/>
              <a:gd name="connsiteY0" fmla="*/ 0 h 591009"/>
              <a:gd name="connsiteX1" fmla="*/ 1153787 w 1155142"/>
              <a:gd name="connsiteY1" fmla="*/ 0 h 591009"/>
              <a:gd name="connsiteX2" fmla="*/ 1155142 w 1155142"/>
              <a:gd name="connsiteY2" fmla="*/ 13438 h 591009"/>
              <a:gd name="connsiteX3" fmla="*/ 577571 w 1155142"/>
              <a:gd name="connsiteY3" fmla="*/ 591009 h 591009"/>
              <a:gd name="connsiteX4" fmla="*/ 0 w 1155142"/>
              <a:gd name="connsiteY4" fmla="*/ 13438 h 59100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5142" h="591009">
                <a:moveTo>
                  <a:pt x="1355" y="0"/>
                </a:moveTo>
                <a:lnTo>
                  <a:pt x="1153787" y="0"/>
                </a:lnTo>
                <a:lnTo>
                  <a:pt x="1155142" y="13438"/>
                </a:lnTo>
                <a:cubicBezTo>
                  <a:pt x="1155142" y="332422"/>
                  <a:pt x="896555" y="591009"/>
                  <a:pt x="577571" y="591009"/>
                </a:cubicBezTo>
                <a:cubicBezTo>
                  <a:pt x="258587" y="591009"/>
                  <a:pt x="0" y="332422"/>
                  <a:pt x="0" y="13438"/>
                </a:cubicBezTo>
                <a:close/>
              </a:path>
            </a:pathLst>
          </a:cu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4" name="Freeform: Shape 13">
            <a:extLst>
              <a:ext uri="{FF2B5EF4-FFF2-40B4-BE49-F238E27FC236}">
                <a16:creationId xmlns:a16="http://schemas.microsoft.com/office/drawing/2014/main" id="{5566D6E1-03A1-4D73-A4E0-35D74D568A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961511" y="-1"/>
            <a:ext cx="1737401" cy="959536"/>
          </a:xfrm>
          <a:custGeom>
            <a:avLst/>
            <a:gdLst>
              <a:gd name="connsiteX0" fmla="*/ 0 w 1737401"/>
              <a:gd name="connsiteY0" fmla="*/ 0 h 959536"/>
              <a:gd name="connsiteX1" fmla="*/ 123825 w 1737401"/>
              <a:gd name="connsiteY1" fmla="*/ 0 h 959536"/>
              <a:gd name="connsiteX2" fmla="*/ 123825 w 1737401"/>
              <a:gd name="connsiteY2" fmla="*/ 790277 h 959536"/>
              <a:gd name="connsiteX3" fmla="*/ 1490095 w 1737401"/>
              <a:gd name="connsiteY3" fmla="*/ 0 h 959536"/>
              <a:gd name="connsiteX4" fmla="*/ 1737401 w 1737401"/>
              <a:gd name="connsiteY4" fmla="*/ 0 h 959536"/>
              <a:gd name="connsiteX5" fmla="*/ 92869 w 1737401"/>
              <a:gd name="connsiteY5" fmla="*/ 951249 h 959536"/>
              <a:gd name="connsiteX6" fmla="*/ 61913 w 1737401"/>
              <a:gd name="connsiteY6" fmla="*/ 959536 h 959536"/>
              <a:gd name="connsiteX7" fmla="*/ 0 w 1737401"/>
              <a:gd name="connsiteY7" fmla="*/ 897624 h 959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737401" h="959536">
                <a:moveTo>
                  <a:pt x="0" y="0"/>
                </a:moveTo>
                <a:lnTo>
                  <a:pt x="123825" y="0"/>
                </a:lnTo>
                <a:lnTo>
                  <a:pt x="123825" y="790277"/>
                </a:lnTo>
                <a:lnTo>
                  <a:pt x="1490095" y="0"/>
                </a:lnTo>
                <a:lnTo>
                  <a:pt x="1737401" y="0"/>
                </a:lnTo>
                <a:lnTo>
                  <a:pt x="92869" y="951249"/>
                </a:lnTo>
                <a:cubicBezTo>
                  <a:pt x="83458" y="956688"/>
                  <a:pt x="72780" y="959546"/>
                  <a:pt x="61913" y="959536"/>
                </a:cubicBezTo>
                <a:cubicBezTo>
                  <a:pt x="27719" y="959536"/>
                  <a:pt x="0" y="931818"/>
                  <a:pt x="0" y="897624"/>
                </a:cubicBezTo>
                <a:close/>
              </a:path>
            </a:pathLst>
          </a:custGeom>
          <a:solidFill>
            <a:schemeClr val="accent6"/>
          </a:solidFill>
          <a:ln w="9525" cap="flat">
            <a:noFill/>
            <a:prstDash val="solid"/>
            <a:miter/>
          </a:ln>
        </p:spPr>
        <p:txBody>
          <a:bodyPr rtlCol="0" anchor="ctr"/>
          <a:lstStyle/>
          <a:p>
            <a:endParaRPr lang="en-US"/>
          </a:p>
        </p:txBody>
      </p:sp>
      <p:sp>
        <p:nvSpPr>
          <p:cNvPr id="16" name="Freeform: Shape 15">
            <a:extLst>
              <a:ext uri="{FF2B5EF4-FFF2-40B4-BE49-F238E27FC236}">
                <a16:creationId xmlns:a16="http://schemas.microsoft.com/office/drawing/2014/main" id="{9F835A99-04AC-494A-A572-AFE8413CC9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2936831"/>
            <a:ext cx="159741" cy="552996"/>
          </a:xfrm>
          <a:custGeom>
            <a:avLst/>
            <a:gdLst>
              <a:gd name="connsiteX0" fmla="*/ 159741 w 159741"/>
              <a:gd name="connsiteY0" fmla="*/ 0 h 552996"/>
              <a:gd name="connsiteX1" fmla="*/ 159741 w 159741"/>
              <a:gd name="connsiteY1" fmla="*/ 552996 h 552996"/>
              <a:gd name="connsiteX2" fmla="*/ 141849 w 159741"/>
              <a:gd name="connsiteY2" fmla="*/ 543285 h 552996"/>
              <a:gd name="connsiteX3" fmla="*/ 0 w 159741"/>
              <a:gd name="connsiteY3" fmla="*/ 276498 h 552996"/>
              <a:gd name="connsiteX4" fmla="*/ 141849 w 159741"/>
              <a:gd name="connsiteY4" fmla="*/ 9711 h 5529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9741" h="552996">
                <a:moveTo>
                  <a:pt x="159741" y="0"/>
                </a:moveTo>
                <a:lnTo>
                  <a:pt x="159741" y="552996"/>
                </a:lnTo>
                <a:lnTo>
                  <a:pt x="141849" y="543285"/>
                </a:lnTo>
                <a:cubicBezTo>
                  <a:pt x="56268" y="485467"/>
                  <a:pt x="0" y="387554"/>
                  <a:pt x="0" y="276498"/>
                </a:cubicBezTo>
                <a:cubicBezTo>
                  <a:pt x="0" y="165443"/>
                  <a:pt x="56268" y="67529"/>
                  <a:pt x="141849" y="9711"/>
                </a:cubicBezTo>
                <a:close/>
              </a:path>
            </a:pathLst>
          </a:custGeom>
          <a:solidFill>
            <a:schemeClr val="accent4"/>
          </a:solidFill>
          <a:ln w="127000">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 name="Content Placeholder 2">
            <a:extLst>
              <a:ext uri="{FF2B5EF4-FFF2-40B4-BE49-F238E27FC236}">
                <a16:creationId xmlns:a16="http://schemas.microsoft.com/office/drawing/2014/main" id="{73C41485-695A-5B17-B5F2-964F4BA41182}"/>
              </a:ext>
            </a:extLst>
          </p:cNvPr>
          <p:cNvSpPr>
            <a:spLocks noGrp="1"/>
          </p:cNvSpPr>
          <p:nvPr>
            <p:ph idx="1"/>
          </p:nvPr>
        </p:nvSpPr>
        <p:spPr>
          <a:xfrm>
            <a:off x="6096000" y="820880"/>
            <a:ext cx="5257799" cy="4889350"/>
          </a:xfrm>
        </p:spPr>
        <p:txBody>
          <a:bodyPr anchor="t">
            <a:normAutofit/>
          </a:bodyPr>
          <a:lstStyle/>
          <a:p>
            <a:pPr marL="0" indent="0">
              <a:buNone/>
            </a:pPr>
            <a:r>
              <a:rPr lang="es-MX" dirty="0"/>
              <a:t>Para que podamos dar solución a este problema, aplicaremos diagramas de flujo y seudocódigo para tener un concepto claro de que funciones queremos en el código, que queremos que el usuario ingrese, entre otras cosas.</a:t>
            </a:r>
            <a:endParaRPr lang="es-PE" dirty="0"/>
          </a:p>
          <a:p>
            <a:endParaRPr lang="es-PE" dirty="0"/>
          </a:p>
        </p:txBody>
      </p:sp>
      <p:sp>
        <p:nvSpPr>
          <p:cNvPr id="18" name="Freeform: Shape 17">
            <a:extLst>
              <a:ext uri="{FF2B5EF4-FFF2-40B4-BE49-F238E27FC236}">
                <a16:creationId xmlns:a16="http://schemas.microsoft.com/office/drawing/2014/main" id="{7B786209-1B0B-4CA9-9BDD-F7327066A8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5835649"/>
            <a:ext cx="1548180" cy="1022351"/>
          </a:xfrm>
          <a:custGeom>
            <a:avLst/>
            <a:gdLst>
              <a:gd name="connsiteX0" fmla="*/ 61913 w 1548180"/>
              <a:gd name="connsiteY0" fmla="*/ 0 h 1022351"/>
              <a:gd name="connsiteX1" fmla="*/ 1548180 w 1548180"/>
              <a:gd name="connsiteY1" fmla="*/ 0 h 1022351"/>
              <a:gd name="connsiteX2" fmla="*/ 1548180 w 1548180"/>
              <a:gd name="connsiteY2" fmla="*/ 123825 h 1022351"/>
              <a:gd name="connsiteX3" fmla="*/ 123825 w 1548180"/>
              <a:gd name="connsiteY3" fmla="*/ 123825 h 1022351"/>
              <a:gd name="connsiteX4" fmla="*/ 123825 w 1548180"/>
              <a:gd name="connsiteY4" fmla="*/ 1022351 h 1022351"/>
              <a:gd name="connsiteX5" fmla="*/ 0 w 1548180"/>
              <a:gd name="connsiteY5" fmla="*/ 1022351 h 1022351"/>
              <a:gd name="connsiteX6" fmla="*/ 0 w 1548180"/>
              <a:gd name="connsiteY6" fmla="*/ 61913 h 1022351"/>
              <a:gd name="connsiteX7" fmla="*/ 61913 w 1548180"/>
              <a:gd name="connsiteY7" fmla="*/ 0 h 10223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548180" h="1022351">
                <a:moveTo>
                  <a:pt x="61913" y="0"/>
                </a:moveTo>
                <a:lnTo>
                  <a:pt x="1548180" y="0"/>
                </a:lnTo>
                <a:lnTo>
                  <a:pt x="1548180" y="123825"/>
                </a:lnTo>
                <a:lnTo>
                  <a:pt x="123825" y="123825"/>
                </a:lnTo>
                <a:lnTo>
                  <a:pt x="123825" y="1022351"/>
                </a:lnTo>
                <a:lnTo>
                  <a:pt x="0" y="1022351"/>
                </a:lnTo>
                <a:lnTo>
                  <a:pt x="0" y="61913"/>
                </a:lnTo>
                <a:cubicBezTo>
                  <a:pt x="0" y="27719"/>
                  <a:pt x="27719" y="0"/>
                  <a:pt x="61913" y="0"/>
                </a:cubicBezTo>
                <a:close/>
              </a:path>
            </a:pathLst>
          </a:custGeom>
          <a:solidFill>
            <a:schemeClr val="accent6"/>
          </a:solidFill>
          <a:ln w="9525" cap="flat">
            <a:noFill/>
            <a:prstDash val="solid"/>
            <a:miter/>
          </a:ln>
        </p:spPr>
        <p:txBody>
          <a:bodyPr rtlCol="0" anchor="ctr"/>
          <a:lstStyle/>
          <a:p>
            <a:endParaRPr lang="en-US"/>
          </a:p>
        </p:txBody>
      </p:sp>
      <p:sp>
        <p:nvSpPr>
          <p:cNvPr id="20" name="Freeform: Shape 19">
            <a:extLst>
              <a:ext uri="{FF2B5EF4-FFF2-40B4-BE49-F238E27FC236}">
                <a16:creationId xmlns:a16="http://schemas.microsoft.com/office/drawing/2014/main" id="{2D2964BB-484D-45AE-AD66-D407D062965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418308" y="5717905"/>
            <a:ext cx="1771609" cy="1140095"/>
          </a:xfrm>
          <a:custGeom>
            <a:avLst/>
            <a:gdLst>
              <a:gd name="connsiteX0" fmla="*/ 1561721 w 1771609"/>
              <a:gd name="connsiteY0" fmla="*/ 763041 h 1140095"/>
              <a:gd name="connsiteX1" fmla="*/ 1623024 w 1771609"/>
              <a:gd name="connsiteY1" fmla="*/ 792810 h 1140095"/>
              <a:gd name="connsiteX2" fmla="*/ 1711735 w 1771609"/>
              <a:gd name="connsiteY2" fmla="*/ 970132 h 1140095"/>
              <a:gd name="connsiteX3" fmla="*/ 1771609 w 1771609"/>
              <a:gd name="connsiteY3" fmla="*/ 1140095 h 1140095"/>
              <a:gd name="connsiteX4" fmla="*/ 1637225 w 1771609"/>
              <a:gd name="connsiteY4" fmla="*/ 1140095 h 1140095"/>
              <a:gd name="connsiteX5" fmla="*/ 1594820 w 1771609"/>
              <a:gd name="connsiteY5" fmla="*/ 1019711 h 1140095"/>
              <a:gd name="connsiteX6" fmla="*/ 1513200 w 1771609"/>
              <a:gd name="connsiteY6" fmla="*/ 856627 h 1140095"/>
              <a:gd name="connsiteX7" fmla="*/ 1538499 w 1771609"/>
              <a:gd name="connsiteY7" fmla="*/ 770415 h 1140095"/>
              <a:gd name="connsiteX8" fmla="*/ 1561721 w 1771609"/>
              <a:gd name="connsiteY8" fmla="*/ 763041 h 1140095"/>
              <a:gd name="connsiteX9" fmla="*/ 933455 w 1771609"/>
              <a:gd name="connsiteY9" fmla="*/ 161309 h 1140095"/>
              <a:gd name="connsiteX10" fmla="*/ 957797 w 1771609"/>
              <a:gd name="connsiteY10" fmla="*/ 167970 h 1140095"/>
              <a:gd name="connsiteX11" fmla="*/ 1286982 w 1771609"/>
              <a:gd name="connsiteY11" fmla="*/ 387616 h 1140095"/>
              <a:gd name="connsiteX12" fmla="*/ 1293725 w 1771609"/>
              <a:gd name="connsiteY12" fmla="*/ 477075 h 1140095"/>
              <a:gd name="connsiteX13" fmla="*/ 1245453 w 1771609"/>
              <a:gd name="connsiteY13" fmla="*/ 499154 h 1140095"/>
              <a:gd name="connsiteX14" fmla="*/ 1245167 w 1771609"/>
              <a:gd name="connsiteY14" fmla="*/ 499154 h 1140095"/>
              <a:gd name="connsiteX15" fmla="*/ 1203638 w 1771609"/>
              <a:gd name="connsiteY15" fmla="*/ 484104 h 1140095"/>
              <a:gd name="connsiteX16" fmla="*/ 900647 w 1771609"/>
              <a:gd name="connsiteY16" fmla="*/ 281508 h 1140095"/>
              <a:gd name="connsiteX17" fmla="*/ 872454 w 1771609"/>
              <a:gd name="connsiteY17" fmla="*/ 196164 h 1140095"/>
              <a:gd name="connsiteX18" fmla="*/ 933455 w 1771609"/>
              <a:gd name="connsiteY18" fmla="*/ 161309 h 1140095"/>
              <a:gd name="connsiteX19" fmla="*/ 256260 w 1771609"/>
              <a:gd name="connsiteY19" fmla="*/ 29 h 1140095"/>
              <a:gd name="connsiteX20" fmla="*/ 454020 w 1771609"/>
              <a:gd name="connsiteY20" fmla="*/ 13474 h 1140095"/>
              <a:gd name="connsiteX21" fmla="*/ 509236 w 1771609"/>
              <a:gd name="connsiteY21" fmla="*/ 84182 h 1140095"/>
              <a:gd name="connsiteX22" fmla="*/ 445829 w 1771609"/>
              <a:gd name="connsiteY22" fmla="*/ 139871 h 1140095"/>
              <a:gd name="connsiteX23" fmla="*/ 437447 w 1771609"/>
              <a:gd name="connsiteY23" fmla="*/ 139395 h 1140095"/>
              <a:gd name="connsiteX24" fmla="*/ 73211 w 1771609"/>
              <a:gd name="connsiteY24" fmla="*/ 137204 h 1140095"/>
              <a:gd name="connsiteX25" fmla="*/ 749 w 1771609"/>
              <a:gd name="connsiteY25" fmla="*/ 84082 h 1140095"/>
              <a:gd name="connsiteX26" fmla="*/ 53871 w 1771609"/>
              <a:gd name="connsiteY26" fmla="*/ 11621 h 1140095"/>
              <a:gd name="connsiteX27" fmla="*/ 58352 w 1771609"/>
              <a:gd name="connsiteY27" fmla="*/ 11093 h 1140095"/>
              <a:gd name="connsiteX28" fmla="*/ 256260 w 1771609"/>
              <a:gd name="connsiteY28" fmla="*/ 29 h 11400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771609" h="1140095">
                <a:moveTo>
                  <a:pt x="1561721" y="763041"/>
                </a:moveTo>
                <a:cubicBezTo>
                  <a:pt x="1585506" y="760324"/>
                  <a:pt x="1609722" y="771249"/>
                  <a:pt x="1623024" y="792810"/>
                </a:cubicBezTo>
                <a:cubicBezTo>
                  <a:pt x="1656300" y="850065"/>
                  <a:pt x="1685920" y="909291"/>
                  <a:pt x="1711735" y="970132"/>
                </a:cubicBezTo>
                <a:lnTo>
                  <a:pt x="1771609" y="1140095"/>
                </a:lnTo>
                <a:lnTo>
                  <a:pt x="1637225" y="1140095"/>
                </a:lnTo>
                <a:lnTo>
                  <a:pt x="1594820" y="1019711"/>
                </a:lnTo>
                <a:cubicBezTo>
                  <a:pt x="1571072" y="963753"/>
                  <a:pt x="1543818" y="909282"/>
                  <a:pt x="1513200" y="856627"/>
                </a:cubicBezTo>
                <a:cubicBezTo>
                  <a:pt x="1496379" y="825834"/>
                  <a:pt x="1507704" y="787236"/>
                  <a:pt x="1538499" y="770415"/>
                </a:cubicBezTo>
                <a:cubicBezTo>
                  <a:pt x="1545912" y="766367"/>
                  <a:pt x="1553792" y="763946"/>
                  <a:pt x="1561721" y="763041"/>
                </a:cubicBezTo>
                <a:close/>
                <a:moveTo>
                  <a:pt x="933455" y="161309"/>
                </a:moveTo>
                <a:cubicBezTo>
                  <a:pt x="941693" y="161855"/>
                  <a:pt x="949959" y="164025"/>
                  <a:pt x="957797" y="167970"/>
                </a:cubicBezTo>
                <a:cubicBezTo>
                  <a:pt x="1076184" y="227289"/>
                  <a:pt x="1186759" y="301068"/>
                  <a:pt x="1286982" y="387616"/>
                </a:cubicBezTo>
                <a:cubicBezTo>
                  <a:pt x="1313547" y="410457"/>
                  <a:pt x="1316566" y="450510"/>
                  <a:pt x="1293725" y="477075"/>
                </a:cubicBezTo>
                <a:cubicBezTo>
                  <a:pt x="1281638" y="491137"/>
                  <a:pt x="1263998" y="499204"/>
                  <a:pt x="1245453" y="499154"/>
                </a:cubicBezTo>
                <a:lnTo>
                  <a:pt x="1245167" y="499154"/>
                </a:lnTo>
                <a:cubicBezTo>
                  <a:pt x="1229965" y="499301"/>
                  <a:pt x="1215220" y="493956"/>
                  <a:pt x="1203638" y="484104"/>
                </a:cubicBezTo>
                <a:cubicBezTo>
                  <a:pt x="1111407" y="404300"/>
                  <a:pt x="1009633" y="336248"/>
                  <a:pt x="900647" y="281508"/>
                </a:cubicBezTo>
                <a:cubicBezTo>
                  <a:pt x="869295" y="265726"/>
                  <a:pt x="856672" y="227516"/>
                  <a:pt x="872454" y="196164"/>
                </a:cubicBezTo>
                <a:cubicBezTo>
                  <a:pt x="884290" y="172650"/>
                  <a:pt x="908742" y="159670"/>
                  <a:pt x="933455" y="161309"/>
                </a:cubicBezTo>
                <a:close/>
                <a:moveTo>
                  <a:pt x="256260" y="29"/>
                </a:moveTo>
                <a:cubicBezTo>
                  <a:pt x="322331" y="427"/>
                  <a:pt x="388378" y="4909"/>
                  <a:pt x="454020" y="13474"/>
                </a:cubicBezTo>
                <a:cubicBezTo>
                  <a:pt x="488793" y="17752"/>
                  <a:pt x="513514" y="49409"/>
                  <a:pt x="509236" y="84182"/>
                </a:cubicBezTo>
                <a:cubicBezTo>
                  <a:pt x="505303" y="116151"/>
                  <a:pt x="478038" y="140098"/>
                  <a:pt x="445829" y="139871"/>
                </a:cubicBezTo>
                <a:cubicBezTo>
                  <a:pt x="443027" y="139899"/>
                  <a:pt x="440227" y="139740"/>
                  <a:pt x="437447" y="139395"/>
                </a:cubicBezTo>
                <a:cubicBezTo>
                  <a:pt x="316592" y="123615"/>
                  <a:pt x="194247" y="122878"/>
                  <a:pt x="73211" y="137204"/>
                </a:cubicBezTo>
                <a:cubicBezTo>
                  <a:pt x="38532" y="142545"/>
                  <a:pt x="6090" y="118762"/>
                  <a:pt x="749" y="84082"/>
                </a:cubicBezTo>
                <a:cubicBezTo>
                  <a:pt x="-4591" y="49403"/>
                  <a:pt x="19192" y="16961"/>
                  <a:pt x="53871" y="11621"/>
                </a:cubicBezTo>
                <a:cubicBezTo>
                  <a:pt x="55358" y="11392"/>
                  <a:pt x="56852" y="11216"/>
                  <a:pt x="58352" y="11093"/>
                </a:cubicBezTo>
                <a:cubicBezTo>
                  <a:pt x="124093" y="3319"/>
                  <a:pt x="190189" y="-369"/>
                  <a:pt x="256260" y="29"/>
                </a:cubicBezTo>
                <a:close/>
              </a:path>
            </a:pathLst>
          </a:custGeom>
          <a:solidFill>
            <a:schemeClr val="accent4"/>
          </a:solidFill>
          <a:ln w="9525" cap="flat">
            <a:no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6691AC69-A76E-4DAB-B565-468B6B87A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132972" y="6258755"/>
            <a:ext cx="1565940" cy="599245"/>
          </a:xfrm>
          <a:custGeom>
            <a:avLst/>
            <a:gdLst>
              <a:gd name="connsiteX0" fmla="*/ 782970 w 1565940"/>
              <a:gd name="connsiteY0" fmla="*/ 0 h 599245"/>
              <a:gd name="connsiteX1" fmla="*/ 1528042 w 1565940"/>
              <a:gd name="connsiteY1" fmla="*/ 480469 h 599245"/>
              <a:gd name="connsiteX2" fmla="*/ 1565940 w 1565940"/>
              <a:gd name="connsiteY2" fmla="*/ 599245 h 599245"/>
              <a:gd name="connsiteX3" fmla="*/ 0 w 1565940"/>
              <a:gd name="connsiteY3" fmla="*/ 599245 h 599245"/>
              <a:gd name="connsiteX4" fmla="*/ 37898 w 1565940"/>
              <a:gd name="connsiteY4" fmla="*/ 480469 h 599245"/>
              <a:gd name="connsiteX5" fmla="*/ 782970 w 1565940"/>
              <a:gd name="connsiteY5" fmla="*/ 0 h 5992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65940" h="599245">
                <a:moveTo>
                  <a:pt x="782970" y="0"/>
                </a:moveTo>
                <a:cubicBezTo>
                  <a:pt x="1117910" y="0"/>
                  <a:pt x="1405287" y="198118"/>
                  <a:pt x="1528042" y="480469"/>
                </a:cubicBezTo>
                <a:lnTo>
                  <a:pt x="1565940" y="599245"/>
                </a:lnTo>
                <a:lnTo>
                  <a:pt x="0" y="599245"/>
                </a:lnTo>
                <a:lnTo>
                  <a:pt x="37898" y="480469"/>
                </a:lnTo>
                <a:cubicBezTo>
                  <a:pt x="160653" y="198118"/>
                  <a:pt x="448030" y="0"/>
                  <a:pt x="782970" y="0"/>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Tree>
    <p:extLst>
      <p:ext uri="{BB962C8B-B14F-4D97-AF65-F5344CB8AC3E}">
        <p14:creationId xmlns:p14="http://schemas.microsoft.com/office/powerpoint/2010/main" val="134544024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20366137-3DBB-4912-98D5-6727020207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5D28D1CE-5BF4-45B7-8D6D-B31A319807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4775791" cy="6857999"/>
          </a:xfrm>
          <a:prstGeom prst="rect">
            <a:avLst/>
          </a:prstGeom>
          <a:solidFill>
            <a:schemeClr val="tx2">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76F2B9F-4B1F-06C5-16FD-BAA8FCA57FFC}"/>
              </a:ext>
            </a:extLst>
          </p:cNvPr>
          <p:cNvSpPr>
            <a:spLocks noGrp="1"/>
          </p:cNvSpPr>
          <p:nvPr>
            <p:ph type="title"/>
          </p:nvPr>
        </p:nvSpPr>
        <p:spPr>
          <a:xfrm>
            <a:off x="773526" y="685801"/>
            <a:ext cx="3228738" cy="1591235"/>
          </a:xfrm>
        </p:spPr>
        <p:txBody>
          <a:bodyPr vert="horz" lIns="91440" tIns="45720" rIns="91440" bIns="45720" rtlCol="0" anchor="b">
            <a:normAutofit/>
          </a:bodyPr>
          <a:lstStyle/>
          <a:p>
            <a:pPr algn="ctr"/>
            <a:r>
              <a:rPr lang="en-US" sz="2800">
                <a:solidFill>
                  <a:schemeClr val="bg1">
                    <a:alpha val="60000"/>
                  </a:schemeClr>
                </a:solidFill>
              </a:rPr>
              <a:t>Diseño de la solución:</a:t>
            </a:r>
          </a:p>
        </p:txBody>
      </p:sp>
      <p:sp>
        <p:nvSpPr>
          <p:cNvPr id="10" name="TextBox 9">
            <a:extLst>
              <a:ext uri="{FF2B5EF4-FFF2-40B4-BE49-F238E27FC236}">
                <a16:creationId xmlns:a16="http://schemas.microsoft.com/office/drawing/2014/main" id="{BD5820D7-691B-3DF1-E155-249F36BD46E6}"/>
              </a:ext>
            </a:extLst>
          </p:cNvPr>
          <p:cNvSpPr txBox="1"/>
          <p:nvPr/>
        </p:nvSpPr>
        <p:spPr>
          <a:xfrm>
            <a:off x="773526" y="2563907"/>
            <a:ext cx="3228738" cy="3544498"/>
          </a:xfrm>
          <a:prstGeom prst="rect">
            <a:avLst/>
          </a:prstGeom>
        </p:spPr>
        <p:txBody>
          <a:bodyPr vert="horz" lIns="91440" tIns="45720" rIns="91440" bIns="45720" rtlCol="0" anchor="t">
            <a:normAutofit/>
          </a:bodyPr>
          <a:lstStyle/>
          <a:p>
            <a:pPr indent="-228600" algn="ctr">
              <a:lnSpc>
                <a:spcPct val="90000"/>
              </a:lnSpc>
              <a:spcAft>
                <a:spcPts val="600"/>
              </a:spcAft>
              <a:buFont typeface="Arial" panose="020B0604020202020204" pitchFamily="34" charset="0"/>
              <a:buChar char="•"/>
            </a:pPr>
            <a:r>
              <a:rPr lang="en-US" sz="2000">
                <a:solidFill>
                  <a:schemeClr val="bg1"/>
                </a:solidFill>
              </a:rPr>
              <a:t>En principio haremos una estructura de Seudocódigo, esto nos servirá principalmente para saber en que secciones dividiremos las funciones de nuestro código y como es que estará estructurado una vez lo plasmemos a código real</a:t>
            </a:r>
          </a:p>
        </p:txBody>
      </p:sp>
      <p:pic>
        <p:nvPicPr>
          <p:cNvPr id="7" name="Content Placeholder 6">
            <a:extLst>
              <a:ext uri="{FF2B5EF4-FFF2-40B4-BE49-F238E27FC236}">
                <a16:creationId xmlns:a16="http://schemas.microsoft.com/office/drawing/2014/main" id="{06EE5922-D1BB-C594-77C2-011C9A2238CD}"/>
              </a:ext>
            </a:extLst>
          </p:cNvPr>
          <p:cNvPicPr>
            <a:picLocks noGrp="1" noChangeAspect="1"/>
          </p:cNvPicPr>
          <p:nvPr>
            <p:ph sz="half" idx="1"/>
          </p:nvPr>
        </p:nvPicPr>
        <p:blipFill>
          <a:blip r:embed="rId2"/>
          <a:srcRect r="2201" b="1"/>
          <a:stretch>
            <a:fillRect/>
          </a:stretch>
        </p:blipFill>
        <p:spPr>
          <a:xfrm>
            <a:off x="5505184" y="685802"/>
            <a:ext cx="2889221" cy="5486398"/>
          </a:xfrm>
          <a:prstGeom prst="rect">
            <a:avLst/>
          </a:prstGeom>
        </p:spPr>
      </p:pic>
      <p:pic>
        <p:nvPicPr>
          <p:cNvPr id="9" name="Content Placeholder 8">
            <a:extLst>
              <a:ext uri="{FF2B5EF4-FFF2-40B4-BE49-F238E27FC236}">
                <a16:creationId xmlns:a16="http://schemas.microsoft.com/office/drawing/2014/main" id="{B68B7CDF-70A8-2394-B255-CE5EC037F9F4}"/>
              </a:ext>
            </a:extLst>
          </p:cNvPr>
          <p:cNvPicPr>
            <a:picLocks noGrp="1" noChangeAspect="1"/>
          </p:cNvPicPr>
          <p:nvPr>
            <p:ph sz="half" idx="2"/>
          </p:nvPr>
        </p:nvPicPr>
        <p:blipFill>
          <a:blip r:embed="rId3"/>
          <a:srcRect r="24555"/>
          <a:stretch>
            <a:fillRect/>
          </a:stretch>
        </p:blipFill>
        <p:spPr>
          <a:xfrm>
            <a:off x="8558383" y="688999"/>
            <a:ext cx="2953135" cy="5480003"/>
          </a:xfrm>
          <a:prstGeom prst="rect">
            <a:avLst/>
          </a:prstGeom>
        </p:spPr>
      </p:pic>
    </p:spTree>
    <p:extLst>
      <p:ext uri="{BB962C8B-B14F-4D97-AF65-F5344CB8AC3E}">
        <p14:creationId xmlns:p14="http://schemas.microsoft.com/office/powerpoint/2010/main" val="157781248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B55003-82B7-7EF9-3B67-2383CF81D29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C693067-8440-E4B0-09BE-DF5368B856CF}"/>
              </a:ext>
            </a:extLst>
          </p:cNvPr>
          <p:cNvSpPr>
            <a:spLocks noGrp="1"/>
          </p:cNvSpPr>
          <p:nvPr>
            <p:ph type="title"/>
          </p:nvPr>
        </p:nvSpPr>
        <p:spPr/>
        <p:txBody>
          <a:bodyPr/>
          <a:lstStyle/>
          <a:p>
            <a:r>
              <a:rPr lang="es-MX" dirty="0"/>
              <a:t>Diseño de la solución:</a:t>
            </a:r>
            <a:endParaRPr lang="es-PE" dirty="0"/>
          </a:p>
        </p:txBody>
      </p:sp>
      <p:pic>
        <p:nvPicPr>
          <p:cNvPr id="6" name="Content Placeholder 5">
            <a:extLst>
              <a:ext uri="{FF2B5EF4-FFF2-40B4-BE49-F238E27FC236}">
                <a16:creationId xmlns:a16="http://schemas.microsoft.com/office/drawing/2014/main" id="{0BA14AB9-EF21-708A-3EE0-9EAF0F2A0D54}"/>
              </a:ext>
            </a:extLst>
          </p:cNvPr>
          <p:cNvPicPr>
            <a:picLocks noGrp="1" noChangeAspect="1"/>
          </p:cNvPicPr>
          <p:nvPr>
            <p:ph sz="half" idx="1"/>
          </p:nvPr>
        </p:nvPicPr>
        <p:blipFill>
          <a:blip r:embed="rId2"/>
          <a:stretch>
            <a:fillRect/>
          </a:stretch>
        </p:blipFill>
        <p:spPr>
          <a:xfrm>
            <a:off x="838200" y="1470767"/>
            <a:ext cx="3388285" cy="5199576"/>
          </a:xfrm>
          <a:prstGeom prst="rect">
            <a:avLst/>
          </a:prstGeom>
        </p:spPr>
      </p:pic>
      <p:sp>
        <p:nvSpPr>
          <p:cNvPr id="4" name="Content Placeholder 3">
            <a:extLst>
              <a:ext uri="{FF2B5EF4-FFF2-40B4-BE49-F238E27FC236}">
                <a16:creationId xmlns:a16="http://schemas.microsoft.com/office/drawing/2014/main" id="{A0E6990F-2716-87AF-359E-7B63284B35D6}"/>
              </a:ext>
            </a:extLst>
          </p:cNvPr>
          <p:cNvSpPr>
            <a:spLocks noGrp="1"/>
          </p:cNvSpPr>
          <p:nvPr>
            <p:ph sz="half" idx="2"/>
          </p:nvPr>
        </p:nvSpPr>
        <p:spPr>
          <a:xfrm>
            <a:off x="8199620" y="1825625"/>
            <a:ext cx="3154179" cy="4125470"/>
          </a:xfrm>
        </p:spPr>
        <p:txBody>
          <a:bodyPr/>
          <a:lstStyle/>
          <a:p>
            <a:endParaRPr lang="es-PE" dirty="0"/>
          </a:p>
        </p:txBody>
      </p:sp>
      <p:sp>
        <p:nvSpPr>
          <p:cNvPr id="7" name="TextBox 6">
            <a:extLst>
              <a:ext uri="{FF2B5EF4-FFF2-40B4-BE49-F238E27FC236}">
                <a16:creationId xmlns:a16="http://schemas.microsoft.com/office/drawing/2014/main" id="{F0A8FA37-883E-8798-B6BA-5FFC62319DC7}"/>
              </a:ext>
            </a:extLst>
          </p:cNvPr>
          <p:cNvSpPr txBox="1"/>
          <p:nvPr/>
        </p:nvSpPr>
        <p:spPr>
          <a:xfrm>
            <a:off x="4226485" y="1690688"/>
            <a:ext cx="3583390" cy="2031325"/>
          </a:xfrm>
          <a:prstGeom prst="rect">
            <a:avLst/>
          </a:prstGeom>
          <a:noFill/>
        </p:spPr>
        <p:txBody>
          <a:bodyPr wrap="square" rtlCol="0">
            <a:spAutoFit/>
          </a:bodyPr>
          <a:lstStyle/>
          <a:p>
            <a:r>
              <a:rPr lang="es-MX" dirty="0"/>
              <a:t>Pasamos de seudocódigo a un diagrama de flujo, como lo dice su nombre, esto nos servirá para poder comprender el recorrido de nuestro </a:t>
            </a:r>
            <a:r>
              <a:rPr lang="es-MX" dirty="0" err="1"/>
              <a:t>codigo</a:t>
            </a:r>
            <a:r>
              <a:rPr lang="es-MX" dirty="0"/>
              <a:t>, cuales serán las rutas a las cuales el usuario será dirigido en base a lo que ingrese</a:t>
            </a:r>
            <a:endParaRPr lang="es-PE" dirty="0"/>
          </a:p>
        </p:txBody>
      </p:sp>
    </p:spTree>
    <p:extLst>
      <p:ext uri="{BB962C8B-B14F-4D97-AF65-F5344CB8AC3E}">
        <p14:creationId xmlns:p14="http://schemas.microsoft.com/office/powerpoint/2010/main" val="353939390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CCBE8FF-4575-2176-FADE-0E77419583AA}"/>
              </a:ext>
            </a:extLst>
          </p:cNvPr>
          <p:cNvSpPr>
            <a:spLocks noGrp="1"/>
          </p:cNvSpPr>
          <p:nvPr>
            <p:ph type="title"/>
          </p:nvPr>
        </p:nvSpPr>
        <p:spPr>
          <a:xfrm>
            <a:off x="589560" y="856180"/>
            <a:ext cx="4560584" cy="1128068"/>
          </a:xfrm>
        </p:spPr>
        <p:txBody>
          <a:bodyPr vert="horz" lIns="91440" tIns="45720" rIns="91440" bIns="45720" rtlCol="0" anchor="ctr">
            <a:normAutofit/>
          </a:bodyPr>
          <a:lstStyle/>
          <a:p>
            <a:r>
              <a:rPr lang="en-US" sz="4000"/>
              <a:t>Código en C#</a:t>
            </a:r>
          </a:p>
        </p:txBody>
      </p:sp>
      <p:grpSp>
        <p:nvGrpSpPr>
          <p:cNvPr id="13" name="Group 12">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4" name="Rectangle 13">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 name="Rectangle 16">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 Placeholder 4">
            <a:extLst>
              <a:ext uri="{FF2B5EF4-FFF2-40B4-BE49-F238E27FC236}">
                <a16:creationId xmlns:a16="http://schemas.microsoft.com/office/drawing/2014/main" id="{13C1F0A0-2ABF-2C09-A4F4-A88606981888}"/>
              </a:ext>
            </a:extLst>
          </p:cNvPr>
          <p:cNvSpPr txBox="1">
            <a:spLocks noGrp="1"/>
          </p:cNvSpPr>
          <p:nvPr>
            <p:ph type="body" sz="half" idx="2"/>
          </p:nvPr>
        </p:nvSpPr>
        <p:spPr>
          <a:xfrm>
            <a:off x="590719" y="2330505"/>
            <a:ext cx="4559425" cy="3979585"/>
          </a:xfrm>
          <a:prstGeom prst="rect">
            <a:avLst/>
          </a:prstGeom>
        </p:spPr>
        <p:txBody>
          <a:bodyPr vert="horz" lIns="91440" tIns="45720" rIns="91440" bIns="45720" rtlCol="0" anchor="ctr">
            <a:normAutofit/>
          </a:bodyPr>
          <a:lstStyle/>
          <a:p>
            <a:pPr indent="-228600">
              <a:buFont typeface="Arial" panose="020B0604020202020204" pitchFamily="34" charset="0"/>
              <a:buChar char="•"/>
            </a:pPr>
            <a:r>
              <a:rPr lang="en-US" sz="2000"/>
              <a:t>Esta es una de las primeras cosas que ve el administrador de la empresa, el login, su función no es solo detener el paso de los usuarios que no cumplen con las credenciales necesarias para acceder a las diversas funciones, sino también, e inicialmente, almacenar la lista de trabajadores, sus roles, y sus contraseñas</a:t>
            </a:r>
          </a:p>
        </p:txBody>
      </p:sp>
      <p:sp>
        <p:nvSpPr>
          <p:cNvPr id="19" name="Rectangle 18">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Content Placeholder 5">
            <a:extLst>
              <a:ext uri="{FF2B5EF4-FFF2-40B4-BE49-F238E27FC236}">
                <a16:creationId xmlns:a16="http://schemas.microsoft.com/office/drawing/2014/main" id="{A47BB163-5548-0904-B14E-1AF85240280C}"/>
              </a:ext>
            </a:extLst>
          </p:cNvPr>
          <p:cNvPicPr>
            <a:picLocks noGrp="1" noChangeAspect="1"/>
          </p:cNvPicPr>
          <p:nvPr>
            <p:ph idx="1"/>
          </p:nvPr>
        </p:nvPicPr>
        <p:blipFill>
          <a:blip r:embed="rId2"/>
          <a:srcRect r="1742" b="1"/>
          <a:stretch>
            <a:fillRect/>
          </a:stretch>
        </p:blipFill>
        <p:spPr>
          <a:xfrm>
            <a:off x="5977788" y="799352"/>
            <a:ext cx="5425410" cy="5259296"/>
          </a:xfrm>
          <a:prstGeom prst="rect">
            <a:avLst/>
          </a:prstGeom>
        </p:spPr>
      </p:pic>
    </p:spTree>
    <p:extLst>
      <p:ext uri="{BB962C8B-B14F-4D97-AF65-F5344CB8AC3E}">
        <p14:creationId xmlns:p14="http://schemas.microsoft.com/office/powerpoint/2010/main" val="121917728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1022CA72-2A63-428F-B586-37BA5AB6D26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C968586-5919-2C01-2AC6-138C8181F717}"/>
              </a:ext>
            </a:extLst>
          </p:cNvPr>
          <p:cNvSpPr>
            <a:spLocks noGrp="1"/>
          </p:cNvSpPr>
          <p:nvPr>
            <p:ph type="title"/>
          </p:nvPr>
        </p:nvSpPr>
        <p:spPr>
          <a:xfrm>
            <a:off x="532015" y="4495568"/>
            <a:ext cx="3861960" cy="1905232"/>
          </a:xfrm>
        </p:spPr>
        <p:txBody>
          <a:bodyPr vert="horz" lIns="91440" tIns="45720" rIns="91440" bIns="45720" rtlCol="0" anchor="ctr">
            <a:normAutofit/>
          </a:bodyPr>
          <a:lstStyle/>
          <a:p>
            <a:r>
              <a:rPr lang="en-US" sz="3200"/>
              <a:t>Aplicación del código</a:t>
            </a:r>
          </a:p>
        </p:txBody>
      </p:sp>
      <p:sp>
        <p:nvSpPr>
          <p:cNvPr id="15" name="Rectangle 14">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1"/>
            <a:ext cx="11231745" cy="413142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Content Placeholder 5">
            <a:extLst>
              <a:ext uri="{FF2B5EF4-FFF2-40B4-BE49-F238E27FC236}">
                <a16:creationId xmlns:a16="http://schemas.microsoft.com/office/drawing/2014/main" id="{98FD2873-B3A2-172E-CBE7-3256B10AD7F5}"/>
              </a:ext>
            </a:extLst>
          </p:cNvPr>
          <p:cNvPicPr>
            <a:picLocks noGrp="1" noChangeAspect="1"/>
          </p:cNvPicPr>
          <p:nvPr>
            <p:ph sz="half" idx="1"/>
          </p:nvPr>
        </p:nvPicPr>
        <p:blipFill>
          <a:blip r:embed="rId2"/>
          <a:stretch>
            <a:fillRect/>
          </a:stretch>
        </p:blipFill>
        <p:spPr>
          <a:xfrm>
            <a:off x="1834708" y="364143"/>
            <a:ext cx="3143778" cy="3426462"/>
          </a:xfrm>
          <a:prstGeom prst="rect">
            <a:avLst/>
          </a:prstGeom>
        </p:spPr>
      </p:pic>
      <p:pic>
        <p:nvPicPr>
          <p:cNvPr id="8" name="Content Placeholder 7">
            <a:extLst>
              <a:ext uri="{FF2B5EF4-FFF2-40B4-BE49-F238E27FC236}">
                <a16:creationId xmlns:a16="http://schemas.microsoft.com/office/drawing/2014/main" id="{D7636290-6F7B-D03B-7D4C-03DE2C19A21F}"/>
              </a:ext>
            </a:extLst>
          </p:cNvPr>
          <p:cNvPicPr>
            <a:picLocks noGrp="1" noChangeAspect="1"/>
          </p:cNvPicPr>
          <p:nvPr>
            <p:ph sz="half" idx="2"/>
          </p:nvPr>
        </p:nvPicPr>
        <p:blipFill>
          <a:blip r:embed="rId3"/>
          <a:stretch>
            <a:fillRect/>
          </a:stretch>
        </p:blipFill>
        <p:spPr>
          <a:xfrm>
            <a:off x="6297264" y="375810"/>
            <a:ext cx="5136795" cy="3403126"/>
          </a:xfrm>
          <a:prstGeom prst="rect">
            <a:avLst/>
          </a:prstGeom>
        </p:spPr>
      </p:pic>
      <p:sp>
        <p:nvSpPr>
          <p:cNvPr id="19" name="Rectangle 18">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837444" y="5460209"/>
            <a:ext cx="1790365"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E57494B6-BE52-8373-949C-E2A08EBE809C}"/>
              </a:ext>
            </a:extLst>
          </p:cNvPr>
          <p:cNvSpPr txBox="1"/>
          <p:nvPr/>
        </p:nvSpPr>
        <p:spPr>
          <a:xfrm>
            <a:off x="5162719" y="4495568"/>
            <a:ext cx="6586915" cy="1905232"/>
          </a:xfrm>
          <a:prstGeom prst="rect">
            <a:avLst/>
          </a:prstGeom>
        </p:spPr>
        <p:txBody>
          <a:bodyPr vert="horz" lIns="91440" tIns="45720" rIns="91440" bIns="45720" rtlCol="0" anchor="ctr">
            <a:normAutofit/>
          </a:bodyPr>
          <a:lstStyle/>
          <a:p>
            <a:pPr indent="-228600">
              <a:lnSpc>
                <a:spcPct val="90000"/>
              </a:lnSpc>
              <a:spcAft>
                <a:spcPts val="600"/>
              </a:spcAft>
              <a:buFont typeface="Arial" panose="020B0604020202020204" pitchFamily="34" charset="0"/>
              <a:buChar char="•"/>
            </a:pPr>
            <a:r>
              <a:rPr lang="en-US" dirty="0"/>
              <a:t>Lo </a:t>
            </a:r>
            <a:r>
              <a:rPr lang="en-US" dirty="0" err="1"/>
              <a:t>que</a:t>
            </a:r>
            <a:r>
              <a:rPr lang="en-US" dirty="0"/>
              <a:t> </a:t>
            </a:r>
            <a:r>
              <a:rPr lang="en-US" dirty="0" err="1"/>
              <a:t>tenemos</a:t>
            </a:r>
            <a:r>
              <a:rPr lang="en-US" dirty="0"/>
              <a:t> </a:t>
            </a:r>
            <a:r>
              <a:rPr lang="en-US" dirty="0" err="1"/>
              <a:t>aquí</a:t>
            </a:r>
            <a:r>
              <a:rPr lang="en-US" dirty="0"/>
              <a:t> es la </a:t>
            </a:r>
            <a:r>
              <a:rPr lang="en-US" dirty="0" err="1"/>
              <a:t>estructura</a:t>
            </a:r>
            <a:r>
              <a:rPr lang="en-US" dirty="0"/>
              <a:t> del </a:t>
            </a:r>
            <a:r>
              <a:rPr lang="en-US" dirty="0" err="1"/>
              <a:t>filtrador</a:t>
            </a:r>
            <a:r>
              <a:rPr lang="en-US" dirty="0"/>
              <a:t> del login, </a:t>
            </a:r>
            <a:r>
              <a:rPr lang="en-US" dirty="0" err="1"/>
              <a:t>esto</a:t>
            </a:r>
            <a:r>
              <a:rPr lang="en-US" dirty="0"/>
              <a:t> </a:t>
            </a:r>
            <a:r>
              <a:rPr lang="en-US" dirty="0" err="1"/>
              <a:t>nos</a:t>
            </a:r>
            <a:r>
              <a:rPr lang="en-US" dirty="0"/>
              <a:t> </a:t>
            </a:r>
            <a:r>
              <a:rPr lang="en-US" dirty="0" err="1"/>
              <a:t>ayudara</a:t>
            </a:r>
            <a:r>
              <a:rPr lang="en-US" dirty="0"/>
              <a:t> a </a:t>
            </a:r>
            <a:r>
              <a:rPr lang="en-US" dirty="0" err="1"/>
              <a:t>evitar</a:t>
            </a:r>
            <a:r>
              <a:rPr lang="en-US" dirty="0"/>
              <a:t> </a:t>
            </a:r>
            <a:r>
              <a:rPr lang="en-US" dirty="0" err="1"/>
              <a:t>que</a:t>
            </a:r>
            <a:r>
              <a:rPr lang="en-US" dirty="0"/>
              <a:t> </a:t>
            </a:r>
            <a:r>
              <a:rPr lang="en-US" dirty="0" err="1"/>
              <a:t>usuarios</a:t>
            </a:r>
            <a:r>
              <a:rPr lang="en-US" dirty="0"/>
              <a:t> </a:t>
            </a:r>
            <a:r>
              <a:rPr lang="en-US" dirty="0" err="1"/>
              <a:t>externos</a:t>
            </a:r>
            <a:r>
              <a:rPr lang="en-US" dirty="0"/>
              <a:t> a la </a:t>
            </a:r>
            <a:r>
              <a:rPr lang="en-US" dirty="0" err="1"/>
              <a:t>planilla</a:t>
            </a:r>
            <a:r>
              <a:rPr lang="en-US" dirty="0"/>
              <a:t> de la bodega </a:t>
            </a:r>
            <a:r>
              <a:rPr lang="en-US" dirty="0" err="1"/>
              <a:t>ingresen</a:t>
            </a:r>
            <a:r>
              <a:rPr lang="en-US" dirty="0"/>
              <a:t> y </a:t>
            </a:r>
            <a:r>
              <a:rPr lang="en-US" dirty="0" err="1"/>
              <a:t>además</a:t>
            </a:r>
            <a:r>
              <a:rPr lang="en-US" dirty="0"/>
              <a:t> </a:t>
            </a:r>
            <a:r>
              <a:rPr lang="en-US" dirty="0" err="1"/>
              <a:t>redireccionara</a:t>
            </a:r>
            <a:r>
              <a:rPr lang="en-US" dirty="0"/>
              <a:t> a </a:t>
            </a:r>
            <a:r>
              <a:rPr lang="en-US" dirty="0" err="1"/>
              <a:t>los</a:t>
            </a:r>
            <a:r>
              <a:rPr lang="en-US" dirty="0"/>
              <a:t> </a:t>
            </a:r>
            <a:r>
              <a:rPr lang="en-US" dirty="0" err="1"/>
              <a:t>usuarios</a:t>
            </a:r>
            <a:r>
              <a:rPr lang="en-US" dirty="0"/>
              <a:t> </a:t>
            </a:r>
            <a:r>
              <a:rPr lang="en-US" dirty="0" err="1"/>
              <a:t>dentro</a:t>
            </a:r>
            <a:r>
              <a:rPr lang="en-US" dirty="0"/>
              <a:t> de la </a:t>
            </a:r>
            <a:r>
              <a:rPr lang="en-US" dirty="0" err="1"/>
              <a:t>planilla</a:t>
            </a:r>
            <a:r>
              <a:rPr lang="en-US" dirty="0"/>
              <a:t> a sus </a:t>
            </a:r>
            <a:r>
              <a:rPr lang="en-US" dirty="0" err="1"/>
              <a:t>respectivas</a:t>
            </a:r>
            <a:r>
              <a:rPr lang="en-US" dirty="0"/>
              <a:t> </a:t>
            </a:r>
            <a:r>
              <a:rPr lang="en-US" dirty="0" err="1"/>
              <a:t>funciones</a:t>
            </a:r>
            <a:endParaRPr lang="en-US" dirty="0"/>
          </a:p>
        </p:txBody>
      </p:sp>
    </p:spTree>
    <p:extLst>
      <p:ext uri="{BB962C8B-B14F-4D97-AF65-F5344CB8AC3E}">
        <p14:creationId xmlns:p14="http://schemas.microsoft.com/office/powerpoint/2010/main" val="104543552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DA2BCB2-9201-FE78-B551-93E2A4B582B4}"/>
            </a:ext>
          </a:extLst>
        </p:cNvPr>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149FB5C3-7336-4FE0-A30C-CC0A3646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5" name="Group 14">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6" name="Rectangle 15">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9" name="Rectangle 18">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5832566-2673-367B-2F39-D8685B1E309F}"/>
              </a:ext>
            </a:extLst>
          </p:cNvPr>
          <p:cNvSpPr>
            <a:spLocks noGrp="1"/>
          </p:cNvSpPr>
          <p:nvPr>
            <p:ph type="title"/>
          </p:nvPr>
        </p:nvSpPr>
        <p:spPr>
          <a:xfrm>
            <a:off x="1057025" y="922644"/>
            <a:ext cx="5040285" cy="1169585"/>
          </a:xfrm>
        </p:spPr>
        <p:txBody>
          <a:bodyPr vert="horz" lIns="91440" tIns="45720" rIns="91440" bIns="45720" rtlCol="0" anchor="b">
            <a:normAutofit/>
          </a:bodyPr>
          <a:lstStyle/>
          <a:p>
            <a:r>
              <a:rPr lang="en-US" sz="4000"/>
              <a:t>Aplicación del código</a:t>
            </a:r>
          </a:p>
        </p:txBody>
      </p:sp>
      <p:sp>
        <p:nvSpPr>
          <p:cNvPr id="21" name="Rectangle 20">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852FCBB3-08BF-79F2-A3DA-2C3D91F547D1}"/>
              </a:ext>
            </a:extLst>
          </p:cNvPr>
          <p:cNvSpPr txBox="1"/>
          <p:nvPr/>
        </p:nvSpPr>
        <p:spPr>
          <a:xfrm>
            <a:off x="1055715" y="2508105"/>
            <a:ext cx="5040285" cy="3632493"/>
          </a:xfrm>
          <a:prstGeom prst="rect">
            <a:avLst/>
          </a:prstGeom>
        </p:spPr>
        <p:txBody>
          <a:bodyPr vert="horz" lIns="91440" tIns="45720" rIns="91440" bIns="45720" rtlCol="0" anchor="ctr">
            <a:normAutofit/>
          </a:bodyPr>
          <a:lstStyle/>
          <a:p>
            <a:pPr indent="-228600">
              <a:lnSpc>
                <a:spcPct val="90000"/>
              </a:lnSpc>
              <a:spcAft>
                <a:spcPts val="600"/>
              </a:spcAft>
              <a:buFont typeface="Arial" panose="020B0604020202020204" pitchFamily="34" charset="0"/>
              <a:buChar char="•"/>
            </a:pPr>
            <a:r>
              <a:rPr lang="en-US" sz="2000"/>
              <a:t>Para empezar veremos una de las partes mas importantes del código y es la estructura de métodos y sus respectivas funciones, tales como el case 1 perteneciente a las funciones de vendedores la cual nos permite almacenar las ventas a lo largo de los doce meses, ventas almacenadas en un documento aparte, cosa lo cual nos ayudara a calcular ganancias mas adelante</a:t>
            </a:r>
          </a:p>
        </p:txBody>
      </p:sp>
      <p:pic>
        <p:nvPicPr>
          <p:cNvPr id="8" name="Content Placeholder 7">
            <a:extLst>
              <a:ext uri="{FF2B5EF4-FFF2-40B4-BE49-F238E27FC236}">
                <a16:creationId xmlns:a16="http://schemas.microsoft.com/office/drawing/2014/main" id="{7888F99B-B3B7-2A4B-968B-C64EBEC56E28}"/>
              </a:ext>
            </a:extLst>
          </p:cNvPr>
          <p:cNvPicPr>
            <a:picLocks noGrp="1" noChangeAspect="1"/>
          </p:cNvPicPr>
          <p:nvPr>
            <p:ph sz="half" idx="2"/>
          </p:nvPr>
        </p:nvPicPr>
        <p:blipFill>
          <a:blip r:embed="rId2"/>
          <a:stretch>
            <a:fillRect/>
          </a:stretch>
        </p:blipFill>
        <p:spPr>
          <a:xfrm>
            <a:off x="6946667" y="1016969"/>
            <a:ext cx="4389120" cy="2095804"/>
          </a:xfrm>
          <a:prstGeom prst="rect">
            <a:avLst/>
          </a:prstGeom>
        </p:spPr>
      </p:pic>
      <p:pic>
        <p:nvPicPr>
          <p:cNvPr id="6" name="Content Placeholder 5">
            <a:extLst>
              <a:ext uri="{FF2B5EF4-FFF2-40B4-BE49-F238E27FC236}">
                <a16:creationId xmlns:a16="http://schemas.microsoft.com/office/drawing/2014/main" id="{6863A5B6-8374-50E8-A561-E21A071ACED9}"/>
              </a:ext>
            </a:extLst>
          </p:cNvPr>
          <p:cNvPicPr>
            <a:picLocks noGrp="1" noChangeAspect="1"/>
          </p:cNvPicPr>
          <p:nvPr>
            <p:ph sz="half" idx="1"/>
          </p:nvPr>
        </p:nvPicPr>
        <p:blipFill>
          <a:blip r:embed="rId3"/>
          <a:stretch>
            <a:fillRect/>
          </a:stretch>
        </p:blipFill>
        <p:spPr>
          <a:xfrm>
            <a:off x="6946667" y="4212779"/>
            <a:ext cx="4389120" cy="1305762"/>
          </a:xfrm>
          <a:prstGeom prst="rect">
            <a:avLst/>
          </a:prstGeom>
        </p:spPr>
      </p:pic>
    </p:spTree>
    <p:extLst>
      <p:ext uri="{BB962C8B-B14F-4D97-AF65-F5344CB8AC3E}">
        <p14:creationId xmlns:p14="http://schemas.microsoft.com/office/powerpoint/2010/main" val="102427318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Content Placeholder 5">
            <a:extLst>
              <a:ext uri="{FF2B5EF4-FFF2-40B4-BE49-F238E27FC236}">
                <a16:creationId xmlns:a16="http://schemas.microsoft.com/office/drawing/2014/main" id="{D1F33235-654D-695D-6C23-D56C2C425159}"/>
              </a:ext>
            </a:extLst>
          </p:cNvPr>
          <p:cNvPicPr>
            <a:picLocks noGrp="1" noChangeAspect="1"/>
          </p:cNvPicPr>
          <p:nvPr>
            <p:ph sz="half" idx="1"/>
          </p:nvPr>
        </p:nvPicPr>
        <p:blipFill>
          <a:blip r:embed="rId2"/>
          <a:stretch>
            <a:fillRect/>
          </a:stretch>
        </p:blipFill>
        <p:spPr>
          <a:xfrm>
            <a:off x="6172200" y="193061"/>
            <a:ext cx="5181600" cy="3235939"/>
          </a:xfrm>
          <a:prstGeom prst="rect">
            <a:avLst/>
          </a:prstGeom>
        </p:spPr>
      </p:pic>
      <p:pic>
        <p:nvPicPr>
          <p:cNvPr id="8" name="Content Placeholder 7">
            <a:extLst>
              <a:ext uri="{FF2B5EF4-FFF2-40B4-BE49-F238E27FC236}">
                <a16:creationId xmlns:a16="http://schemas.microsoft.com/office/drawing/2014/main" id="{91A5C107-E17E-082A-7586-34D709115366}"/>
              </a:ext>
            </a:extLst>
          </p:cNvPr>
          <p:cNvPicPr>
            <a:picLocks noGrp="1" noChangeAspect="1"/>
          </p:cNvPicPr>
          <p:nvPr>
            <p:ph sz="half" idx="2"/>
          </p:nvPr>
        </p:nvPicPr>
        <p:blipFill>
          <a:blip r:embed="rId3"/>
          <a:stretch>
            <a:fillRect/>
          </a:stretch>
        </p:blipFill>
        <p:spPr>
          <a:xfrm>
            <a:off x="6172200" y="3548584"/>
            <a:ext cx="5181600" cy="3175236"/>
          </a:xfrm>
          <a:prstGeom prst="rect">
            <a:avLst/>
          </a:prstGeom>
        </p:spPr>
      </p:pic>
      <p:sp>
        <p:nvSpPr>
          <p:cNvPr id="3" name="TextBox 2">
            <a:extLst>
              <a:ext uri="{FF2B5EF4-FFF2-40B4-BE49-F238E27FC236}">
                <a16:creationId xmlns:a16="http://schemas.microsoft.com/office/drawing/2014/main" id="{E7448D63-01AD-029B-8953-68275564C5B6}"/>
              </a:ext>
            </a:extLst>
          </p:cNvPr>
          <p:cNvSpPr txBox="1"/>
          <p:nvPr/>
        </p:nvSpPr>
        <p:spPr>
          <a:xfrm>
            <a:off x="494675" y="193061"/>
            <a:ext cx="5306518" cy="923330"/>
          </a:xfrm>
          <a:prstGeom prst="rect">
            <a:avLst/>
          </a:prstGeom>
          <a:noFill/>
        </p:spPr>
        <p:txBody>
          <a:bodyPr wrap="square" rtlCol="0">
            <a:spAutoFit/>
          </a:bodyPr>
          <a:lstStyle/>
          <a:p>
            <a:r>
              <a:rPr lang="es-MX" dirty="0"/>
              <a:t>Lo que tenemos a continuación son las ultimas funciones con las cuales cuenta el usuario de rol de vendedor, estas </a:t>
            </a:r>
            <a:r>
              <a:rPr lang="es-MX"/>
              <a:t>funciones evalúan </a:t>
            </a:r>
            <a:endParaRPr lang="es-PE" dirty="0"/>
          </a:p>
        </p:txBody>
      </p:sp>
    </p:spTree>
    <p:extLst>
      <p:ext uri="{BB962C8B-B14F-4D97-AF65-F5344CB8AC3E}">
        <p14:creationId xmlns:p14="http://schemas.microsoft.com/office/powerpoint/2010/main" val="4118441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3730BD-F85E-2BAE-0A49-3FDC0CBE6C90}"/>
              </a:ext>
            </a:extLst>
          </p:cNvPr>
          <p:cNvSpPr>
            <a:spLocks noGrp="1"/>
          </p:cNvSpPr>
          <p:nvPr>
            <p:ph type="title"/>
          </p:nvPr>
        </p:nvSpPr>
        <p:spPr/>
        <p:txBody>
          <a:bodyPr>
            <a:normAutofit/>
          </a:bodyPr>
          <a:lstStyle/>
          <a:p>
            <a:endParaRPr lang="es-PE" sz="1100" dirty="0"/>
          </a:p>
        </p:txBody>
      </p:sp>
      <p:pic>
        <p:nvPicPr>
          <p:cNvPr id="6" name="Content Placeholder 5">
            <a:extLst>
              <a:ext uri="{FF2B5EF4-FFF2-40B4-BE49-F238E27FC236}">
                <a16:creationId xmlns:a16="http://schemas.microsoft.com/office/drawing/2014/main" id="{B1AEB669-B7D1-BA19-0928-885CFE151C81}"/>
              </a:ext>
            </a:extLst>
          </p:cNvPr>
          <p:cNvPicPr>
            <a:picLocks noGrp="1" noChangeAspect="1"/>
          </p:cNvPicPr>
          <p:nvPr>
            <p:ph sz="half" idx="1"/>
          </p:nvPr>
        </p:nvPicPr>
        <p:blipFill>
          <a:blip r:embed="rId2"/>
          <a:stretch>
            <a:fillRect/>
          </a:stretch>
        </p:blipFill>
        <p:spPr>
          <a:xfrm>
            <a:off x="922969" y="1825625"/>
            <a:ext cx="5012061" cy="4351338"/>
          </a:xfrm>
          <a:prstGeom prst="rect">
            <a:avLst/>
          </a:prstGeom>
        </p:spPr>
      </p:pic>
      <p:pic>
        <p:nvPicPr>
          <p:cNvPr id="8" name="Content Placeholder 7">
            <a:extLst>
              <a:ext uri="{FF2B5EF4-FFF2-40B4-BE49-F238E27FC236}">
                <a16:creationId xmlns:a16="http://schemas.microsoft.com/office/drawing/2014/main" id="{0ECCD281-5773-5FA0-0AB8-66BDD6BC3F45}"/>
              </a:ext>
            </a:extLst>
          </p:cNvPr>
          <p:cNvPicPr>
            <a:picLocks noGrp="1" noChangeAspect="1"/>
          </p:cNvPicPr>
          <p:nvPr>
            <p:ph sz="half" idx="2"/>
          </p:nvPr>
        </p:nvPicPr>
        <p:blipFill>
          <a:blip r:embed="rId3"/>
          <a:stretch>
            <a:fillRect/>
          </a:stretch>
        </p:blipFill>
        <p:spPr>
          <a:xfrm>
            <a:off x="6172200" y="3266858"/>
            <a:ext cx="5181600" cy="1468871"/>
          </a:xfrm>
          <a:prstGeom prst="rect">
            <a:avLst/>
          </a:prstGeom>
        </p:spPr>
      </p:pic>
    </p:spTree>
    <p:extLst>
      <p:ext uri="{BB962C8B-B14F-4D97-AF65-F5344CB8AC3E}">
        <p14:creationId xmlns:p14="http://schemas.microsoft.com/office/powerpoint/2010/main" val="183634687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31EE65-0DA7-CFC7-B5FD-8F917C84EEFA}"/>
              </a:ext>
            </a:extLst>
          </p:cNvPr>
          <p:cNvSpPr>
            <a:spLocks noGrp="1"/>
          </p:cNvSpPr>
          <p:nvPr>
            <p:ph type="title"/>
          </p:nvPr>
        </p:nvSpPr>
        <p:spPr/>
        <p:txBody>
          <a:bodyPr/>
          <a:lstStyle/>
          <a:p>
            <a:endParaRPr lang="es-PE"/>
          </a:p>
        </p:txBody>
      </p:sp>
      <p:sp>
        <p:nvSpPr>
          <p:cNvPr id="3" name="Content Placeholder 2">
            <a:extLst>
              <a:ext uri="{FF2B5EF4-FFF2-40B4-BE49-F238E27FC236}">
                <a16:creationId xmlns:a16="http://schemas.microsoft.com/office/drawing/2014/main" id="{E6DFB0D1-D284-A158-CA77-DC3CB3B192E9}"/>
              </a:ext>
            </a:extLst>
          </p:cNvPr>
          <p:cNvSpPr>
            <a:spLocks noGrp="1"/>
          </p:cNvSpPr>
          <p:nvPr>
            <p:ph sz="half" idx="1"/>
          </p:nvPr>
        </p:nvSpPr>
        <p:spPr/>
        <p:txBody>
          <a:bodyPr/>
          <a:lstStyle/>
          <a:p>
            <a:endParaRPr lang="es-PE"/>
          </a:p>
        </p:txBody>
      </p:sp>
      <p:sp>
        <p:nvSpPr>
          <p:cNvPr id="4" name="Content Placeholder 3">
            <a:extLst>
              <a:ext uri="{FF2B5EF4-FFF2-40B4-BE49-F238E27FC236}">
                <a16:creationId xmlns:a16="http://schemas.microsoft.com/office/drawing/2014/main" id="{4325772A-A0F8-B6AA-E62D-32367AE213F2}"/>
              </a:ext>
            </a:extLst>
          </p:cNvPr>
          <p:cNvSpPr>
            <a:spLocks noGrp="1"/>
          </p:cNvSpPr>
          <p:nvPr>
            <p:ph sz="half" idx="2"/>
          </p:nvPr>
        </p:nvSpPr>
        <p:spPr/>
        <p:txBody>
          <a:bodyPr/>
          <a:lstStyle/>
          <a:p>
            <a:endParaRPr lang="es-PE"/>
          </a:p>
        </p:txBody>
      </p:sp>
    </p:spTree>
    <p:extLst>
      <p:ext uri="{BB962C8B-B14F-4D97-AF65-F5344CB8AC3E}">
        <p14:creationId xmlns:p14="http://schemas.microsoft.com/office/powerpoint/2010/main" val="406724991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E00609-B93B-6BCA-6707-51E7BEBB9AD4}"/>
              </a:ext>
            </a:extLst>
          </p:cNvPr>
          <p:cNvSpPr>
            <a:spLocks noGrp="1"/>
          </p:cNvSpPr>
          <p:nvPr>
            <p:ph type="title"/>
          </p:nvPr>
        </p:nvSpPr>
        <p:spPr/>
        <p:txBody>
          <a:bodyPr/>
          <a:lstStyle/>
          <a:p>
            <a:r>
              <a:rPr lang="es-MX" dirty="0" err="1"/>
              <a:t>Conclusion</a:t>
            </a:r>
            <a:endParaRPr lang="es-PE" dirty="0"/>
          </a:p>
        </p:txBody>
      </p:sp>
      <p:sp>
        <p:nvSpPr>
          <p:cNvPr id="3" name="Content Placeholder 2">
            <a:extLst>
              <a:ext uri="{FF2B5EF4-FFF2-40B4-BE49-F238E27FC236}">
                <a16:creationId xmlns:a16="http://schemas.microsoft.com/office/drawing/2014/main" id="{83A0E706-5527-3EA5-2578-3082480A5E78}"/>
              </a:ext>
            </a:extLst>
          </p:cNvPr>
          <p:cNvSpPr>
            <a:spLocks noGrp="1"/>
          </p:cNvSpPr>
          <p:nvPr>
            <p:ph idx="1"/>
          </p:nvPr>
        </p:nvSpPr>
        <p:spPr/>
        <p:txBody>
          <a:bodyPr/>
          <a:lstStyle/>
          <a:p>
            <a:endParaRPr lang="es-PE"/>
          </a:p>
        </p:txBody>
      </p:sp>
    </p:spTree>
    <p:extLst>
      <p:ext uri="{BB962C8B-B14F-4D97-AF65-F5344CB8AC3E}">
        <p14:creationId xmlns:p14="http://schemas.microsoft.com/office/powerpoint/2010/main" val="170265760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215</TotalTime>
  <Words>758</Words>
  <Application>Microsoft Office PowerPoint</Application>
  <PresentationFormat>Widescreen</PresentationFormat>
  <Paragraphs>34</Paragraphs>
  <Slides>15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Aptos</vt:lpstr>
      <vt:lpstr>Aptos Display</vt:lpstr>
      <vt:lpstr>Arial</vt:lpstr>
      <vt:lpstr>Office Theme</vt:lpstr>
      <vt:lpstr>Caso de la bodega “Doña Cintia”</vt:lpstr>
      <vt:lpstr>Problemática</vt:lpstr>
      <vt:lpstr>Análisis del problema</vt:lpstr>
      <vt:lpstr>Análisis del problema – Parte 2</vt:lpstr>
      <vt:lpstr>Tabla IPO</vt:lpstr>
      <vt:lpstr>Solución al problema</vt:lpstr>
      <vt:lpstr>Diseño de la solución:</vt:lpstr>
      <vt:lpstr>Diseño de la solución:</vt:lpstr>
      <vt:lpstr>Código en C#</vt:lpstr>
      <vt:lpstr>Aplicación del código</vt:lpstr>
      <vt:lpstr>Aplicación del código</vt:lpstr>
      <vt:lpstr>PowerPoint Presentation</vt:lpstr>
      <vt:lpstr>PowerPoint Presentation</vt:lpstr>
      <vt:lpstr>PowerPoint Presentation</vt:lpstr>
      <vt:lpstr>Conclusion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Enzo Renaud Cárdenas Muñoz</dc:creator>
  <cp:lastModifiedBy>Enzo Renaud Cárdenas Muñoz</cp:lastModifiedBy>
  <cp:revision>4</cp:revision>
  <dcterms:created xsi:type="dcterms:W3CDTF">2026-07-02T08:24:50Z</dcterms:created>
  <dcterms:modified xsi:type="dcterms:W3CDTF">2026-07-02T18:21:38Z</dcterms:modified>
</cp:coreProperties>
</file>